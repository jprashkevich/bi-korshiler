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8" r:id="rId6"/>
    <p:sldId id="271" r:id="rId7"/>
    <p:sldId id="272" r:id="rId8"/>
    <p:sldId id="269" r:id="rId9"/>
    <p:sldId id="287" r:id="rId10"/>
    <p:sldId id="289" r:id="rId11"/>
    <p:sldId id="288" r:id="rId12"/>
    <p:sldId id="283" r:id="rId13"/>
    <p:sldId id="291" r:id="rId14"/>
    <p:sldId id="260" r:id="rId15"/>
    <p:sldId id="261" r:id="rId16"/>
    <p:sldId id="262" r:id="rId17"/>
    <p:sldId id="263" r:id="rId18"/>
    <p:sldId id="264" r:id="rId19"/>
    <p:sldId id="265" r:id="rId20"/>
    <p:sldId id="267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39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B11244-02CB-2007-653A-B9E35E7327CE}" v="8" dt="2026-08-25T04:11:53.8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ктаева Жанна" userId="S::aktaeva_z@bi.group::7640b951-01dc-4db5-82ed-0f37e1375932" providerId="AD" clId="Web-{30B11244-02CB-2007-653A-B9E35E7327CE}"/>
    <pc:docChg chg="modSld">
      <pc:chgData name="Актаева Жанна" userId="S::aktaeva_z@bi.group::7640b951-01dc-4db5-82ed-0f37e1375932" providerId="AD" clId="Web-{30B11244-02CB-2007-653A-B9E35E7327CE}" dt="2026-08-25T04:11:17.660" v="3"/>
      <pc:docMkLst>
        <pc:docMk/>
      </pc:docMkLst>
      <pc:sldChg chg="modSp">
        <pc:chgData name="Актаева Жанна" userId="S::aktaeva_z@bi.group::7640b951-01dc-4db5-82ed-0f37e1375932" providerId="AD" clId="Web-{30B11244-02CB-2007-653A-B9E35E7327CE}" dt="2026-08-25T04:11:17.660" v="3"/>
        <pc:sldMkLst>
          <pc:docMk/>
          <pc:sldMk cId="0" sldId="287"/>
        </pc:sldMkLst>
        <pc:graphicFrameChg chg="mod modGraphic">
          <ac:chgData name="Актаева Жанна" userId="S::aktaeva_z@bi.group::7640b951-01dc-4db5-82ed-0f37e1375932" providerId="AD" clId="Web-{30B11244-02CB-2007-653A-B9E35E7327CE}" dt="2026-08-25T04:11:17.660" v="3"/>
          <ac:graphicFrameMkLst>
            <pc:docMk/>
            <pc:sldMk cId="0" sldId="287"/>
            <ac:graphicFrameMk id="24" creationId="{00000000-0000-0000-0000-000000000000}"/>
          </ac:graphicFrameMkLst>
        </pc:graphicFrameChg>
      </pc:sldChg>
    </pc:docChg>
  </pc:docChgLst>
  <pc:docChgLst>
    <pc:chgData name="Актаева Жанна" userId="7640b951-01dc-4db5-82ed-0f37e1375932" providerId="ADAL" clId="{8AFDEC57-58D3-55B3-BF5B-606C0260A2F6}"/>
    <pc:docChg chg="undo custSel addSld delSld modSld sldOrd">
      <pc:chgData name="Актаева Жанна" userId="7640b951-01dc-4db5-82ed-0f37e1375932" providerId="ADAL" clId="{8AFDEC57-58D3-55B3-BF5B-606C0260A2F6}" dt="2026-08-25T03:55:51.219" v="2046" actId="2165"/>
      <pc:docMkLst>
        <pc:docMk/>
      </pc:docMkLst>
      <pc:sldChg chg="delSp modSp mod">
        <pc:chgData name="Актаева Жанна" userId="7640b951-01dc-4db5-82ed-0f37e1375932" providerId="ADAL" clId="{8AFDEC57-58D3-55B3-BF5B-606C0260A2F6}" dt="2026-08-24T10:22:07.393" v="983" actId="20577"/>
        <pc:sldMkLst>
          <pc:docMk/>
          <pc:sldMk cId="0" sldId="256"/>
        </pc:sldMkLst>
        <pc:spChg chg="mod">
          <ac:chgData name="Актаева Жанна" userId="7640b951-01dc-4db5-82ed-0f37e1375932" providerId="ADAL" clId="{8AFDEC57-58D3-55B3-BF5B-606C0260A2F6}" dt="2026-08-13T09:58:44.632" v="0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16:45.640" v="889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22:07.393" v="983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09:59:31.344" v="76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09:59:37.525" v="79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09:59:42.376" v="80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09:59:42.376" v="80" actId="1076"/>
          <ac:spMkLst>
            <pc:docMk/>
            <pc:sldMk cId="0" sldId="256"/>
            <ac:spMk id="11" creationId="{00000000-0000-0000-0000-000000000000}"/>
          </ac:spMkLst>
        </pc:spChg>
      </pc:sldChg>
      <pc:sldChg chg="delSp modSp mod">
        <pc:chgData name="Актаева Жанна" userId="7640b951-01dc-4db5-82ed-0f37e1375932" providerId="ADAL" clId="{8AFDEC57-58D3-55B3-BF5B-606C0260A2F6}" dt="2026-08-24T10:35:12.651" v="1352" actId="20577"/>
        <pc:sldMkLst>
          <pc:docMk/>
          <pc:sldMk cId="0" sldId="257"/>
        </pc:sldMkLst>
        <pc:spChg chg="mod">
          <ac:chgData name="Актаева Жанна" userId="7640b951-01dc-4db5-82ed-0f37e1375932" providerId="ADAL" clId="{8AFDEC57-58D3-55B3-BF5B-606C0260A2F6}" dt="2026-08-13T09:59:58.450" v="8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35:02.223" v="1339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35:12.651" v="1352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01:14.160" v="161" actId="1410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01:09.847" v="160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01:09.847" v="160" actId="1076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Актаева Жанна" userId="7640b951-01dc-4db5-82ed-0f37e1375932" providerId="ADAL" clId="{8AFDEC57-58D3-55B3-BF5B-606C0260A2F6}" dt="2026-08-24T10:17:13.696" v="939" actId="20577"/>
        <pc:sldMkLst>
          <pc:docMk/>
          <pc:sldMk cId="0" sldId="258"/>
        </pc:sldMkLst>
        <pc:spChg chg="mod">
          <ac:chgData name="Актаева Жанна" userId="7640b951-01dc-4db5-82ed-0f37e1375932" providerId="ADAL" clId="{8AFDEC57-58D3-55B3-BF5B-606C0260A2F6}" dt="2026-08-13T10:01:20.869" v="171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17:13.696" v="939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01:50.221" v="214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01:53.210" v="215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01:57.153" v="216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02:05.586" v="231" actId="20577"/>
          <ac:spMkLst>
            <pc:docMk/>
            <pc:sldMk cId="0" sldId="258"/>
            <ac:spMk id="22" creationId="{00000000-0000-0000-0000-000000000000}"/>
          </ac:spMkLst>
        </pc:spChg>
      </pc:sldChg>
      <pc:sldChg chg="addSp delSp modSp mod">
        <pc:chgData name="Актаева Жанна" userId="7640b951-01dc-4db5-82ed-0f37e1375932" providerId="ADAL" clId="{8AFDEC57-58D3-55B3-BF5B-606C0260A2F6}" dt="2026-08-13T10:03:00.378" v="240" actId="478"/>
        <pc:sldMkLst>
          <pc:docMk/>
          <pc:sldMk cId="0" sldId="259"/>
        </pc:sldMkLst>
        <pc:spChg chg="mod">
          <ac:chgData name="Актаева Жанна" userId="7640b951-01dc-4db5-82ed-0f37e1375932" providerId="ADAL" clId="{8AFDEC57-58D3-55B3-BF5B-606C0260A2F6}" dt="2026-08-13T10:02:22.047" v="232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02:46.121" v="235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02:52.159" v="237" actId="2057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02:50.584" v="236" actId="1076"/>
          <ac:spMkLst>
            <pc:docMk/>
            <pc:sldMk cId="0" sldId="259"/>
            <ac:spMk id="25" creationId="{00000000-0000-0000-0000-000000000000}"/>
          </ac:spMkLst>
        </pc:spChg>
        <pc:spChg chg="add del">
          <ac:chgData name="Актаева Жанна" userId="7640b951-01dc-4db5-82ed-0f37e1375932" providerId="ADAL" clId="{8AFDEC57-58D3-55B3-BF5B-606C0260A2F6}" dt="2026-08-13T10:03:00.378" v="240" actId="478"/>
          <ac:spMkLst>
            <pc:docMk/>
            <pc:sldMk cId="0" sldId="259"/>
            <ac:spMk id="26" creationId="{00000000-0000-0000-0000-000000000000}"/>
          </ac:spMkLst>
        </pc:spChg>
        <pc:spChg chg="add del mod">
          <ac:chgData name="Актаева Жанна" userId="7640b951-01dc-4db5-82ed-0f37e1375932" providerId="ADAL" clId="{8AFDEC57-58D3-55B3-BF5B-606C0260A2F6}" dt="2026-08-13T10:03:00.378" v="240" actId="478"/>
          <ac:spMkLst>
            <pc:docMk/>
            <pc:sldMk cId="0" sldId="259"/>
            <ac:spMk id="27" creationId="{00000000-0000-0000-0000-000000000000}"/>
          </ac:spMkLst>
        </pc:spChg>
      </pc:sldChg>
      <pc:sldChg chg="delSp modSp mod">
        <pc:chgData name="Актаева Жанна" userId="7640b951-01dc-4db5-82ed-0f37e1375932" providerId="ADAL" clId="{8AFDEC57-58D3-55B3-BF5B-606C0260A2F6}" dt="2026-08-13T10:04:16.021" v="333" actId="20577"/>
        <pc:sldMkLst>
          <pc:docMk/>
          <pc:sldMk cId="0" sldId="260"/>
        </pc:sldMkLst>
        <pc:spChg chg="mod">
          <ac:chgData name="Актаева Жанна" userId="7640b951-01dc-4db5-82ed-0f37e1375932" providerId="ADAL" clId="{8AFDEC57-58D3-55B3-BF5B-606C0260A2F6}" dt="2026-08-13T10:03:20.428" v="272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03:18.588" v="268" actId="20577"/>
          <ac:spMkLst>
            <pc:docMk/>
            <pc:sldMk cId="0" sldId="260"/>
            <ac:spMk id="3" creationId="{00000000-0000-0000-0000-000000000000}"/>
          </ac:spMkLst>
        </pc:spChg>
        <pc:graphicFrameChg chg="modGraphic">
          <ac:chgData name="Актаева Жанна" userId="7640b951-01dc-4db5-82ed-0f37e1375932" providerId="ADAL" clId="{8AFDEC57-58D3-55B3-BF5B-606C0260A2F6}" dt="2026-08-13T10:04:16.021" v="333" actId="20577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addSp delSp modSp mod">
        <pc:chgData name="Актаева Жанна" userId="7640b951-01dc-4db5-82ed-0f37e1375932" providerId="ADAL" clId="{8AFDEC57-58D3-55B3-BF5B-606C0260A2F6}" dt="2026-08-13T10:09:17.976" v="419" actId="14100"/>
        <pc:sldMkLst>
          <pc:docMk/>
          <pc:sldMk cId="0" sldId="261"/>
        </pc:sldMkLst>
        <pc:spChg chg="mod">
          <ac:chgData name="Актаева Жанна" userId="7640b951-01dc-4db5-82ed-0f37e1375932" providerId="ADAL" clId="{8AFDEC57-58D3-55B3-BF5B-606C0260A2F6}" dt="2026-08-13T10:04:44.503" v="346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04:49.773" v="349" actId="20577"/>
          <ac:spMkLst>
            <pc:docMk/>
            <pc:sldMk cId="0" sldId="261"/>
            <ac:spMk id="10" creationId="{00000000-0000-0000-0000-000000000000}"/>
          </ac:spMkLst>
        </pc:spChg>
        <pc:picChg chg="add mod">
          <ac:chgData name="Актаева Жанна" userId="7640b951-01dc-4db5-82ed-0f37e1375932" providerId="ADAL" clId="{8AFDEC57-58D3-55B3-BF5B-606C0260A2F6}" dt="2026-08-13T10:05:40.133" v="357" actId="1076"/>
          <ac:picMkLst>
            <pc:docMk/>
            <pc:sldMk cId="0" sldId="261"/>
            <ac:picMk id="20" creationId="{2E256CD0-B830-3142-C0C8-A315232441E6}"/>
          </ac:picMkLst>
        </pc:picChg>
        <pc:picChg chg="add mod modCrop">
          <ac:chgData name="Актаева Жанна" userId="7640b951-01dc-4db5-82ed-0f37e1375932" providerId="ADAL" clId="{8AFDEC57-58D3-55B3-BF5B-606C0260A2F6}" dt="2026-08-13T10:09:17.976" v="419" actId="14100"/>
          <ac:picMkLst>
            <pc:docMk/>
            <pc:sldMk cId="0" sldId="261"/>
            <ac:picMk id="21" creationId="{FE02F2D3-7CB3-742E-5132-8263B034D380}"/>
          </ac:picMkLst>
        </pc:picChg>
      </pc:sldChg>
      <pc:sldChg chg="addSp delSp modSp mod">
        <pc:chgData name="Актаева Жанна" userId="7640b951-01dc-4db5-82ed-0f37e1375932" providerId="ADAL" clId="{8AFDEC57-58D3-55B3-BF5B-606C0260A2F6}" dt="2026-08-13T10:40:49.272" v="445" actId="20577"/>
        <pc:sldMkLst>
          <pc:docMk/>
          <pc:sldMk cId="0" sldId="262"/>
        </pc:sldMkLst>
        <pc:spChg chg="mod">
          <ac:chgData name="Актаева Жанна" userId="7640b951-01dc-4db5-82ed-0f37e1375932" providerId="ADAL" clId="{8AFDEC57-58D3-55B3-BF5B-606C0260A2F6}" dt="2026-08-13T10:06:34.111" v="410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40:49.272" v="445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13:34.324" v="442" actId="20577"/>
          <ac:spMkLst>
            <pc:docMk/>
            <pc:sldMk cId="0" sldId="262"/>
            <ac:spMk id="14" creationId="{00000000-0000-0000-0000-000000000000}"/>
          </ac:spMkLst>
        </pc:spChg>
        <pc:picChg chg="add mod">
          <ac:chgData name="Актаева Жанна" userId="7640b951-01dc-4db5-82ed-0f37e1375932" providerId="ADAL" clId="{8AFDEC57-58D3-55B3-BF5B-606C0260A2F6}" dt="2026-08-13T10:13:25.183" v="438" actId="14100"/>
          <ac:picMkLst>
            <pc:docMk/>
            <pc:sldMk cId="0" sldId="262"/>
            <ac:picMk id="20" creationId="{ABC32E79-6C76-4AA1-3B3D-09A08C76B2A7}"/>
          </ac:picMkLst>
        </pc:picChg>
        <pc:picChg chg="add mod">
          <ac:chgData name="Актаева Жанна" userId="7640b951-01dc-4db5-82ed-0f37e1375932" providerId="ADAL" clId="{8AFDEC57-58D3-55B3-BF5B-606C0260A2F6}" dt="2026-08-13T10:13:27.167" v="439" actId="1076"/>
          <ac:picMkLst>
            <pc:docMk/>
            <pc:sldMk cId="0" sldId="262"/>
            <ac:picMk id="21" creationId="{E38FA6A0-47CC-1F08-4AD0-9D2033154CAD}"/>
          </ac:picMkLst>
        </pc:picChg>
      </pc:sldChg>
      <pc:sldChg chg="addSp delSp modSp mod">
        <pc:chgData name="Актаева Жанна" userId="7640b951-01dc-4db5-82ed-0f37e1375932" providerId="ADAL" clId="{8AFDEC57-58D3-55B3-BF5B-606C0260A2F6}" dt="2026-08-13T10:43:24.132" v="480" actId="20577"/>
        <pc:sldMkLst>
          <pc:docMk/>
          <pc:sldMk cId="0" sldId="263"/>
        </pc:sldMkLst>
        <pc:spChg chg="mod">
          <ac:chgData name="Актаева Жанна" userId="7640b951-01dc-4db5-82ed-0f37e1375932" providerId="ADAL" clId="{8AFDEC57-58D3-55B3-BF5B-606C0260A2F6}" dt="2026-08-13T10:40:57.400" v="446" actId="20578"/>
          <ac:spMkLst>
            <pc:docMk/>
            <pc:sldMk cId="0" sldId="263"/>
            <ac:spMk id="4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43:24.132" v="480" actId="20577"/>
          <ac:spMkLst>
            <pc:docMk/>
            <pc:sldMk cId="0" sldId="263"/>
            <ac:spMk id="10" creationId="{00000000-0000-0000-0000-000000000000}"/>
          </ac:spMkLst>
        </pc:spChg>
        <pc:spChg chg="add del mod">
          <ac:chgData name="Актаева Жанна" userId="7640b951-01dc-4db5-82ed-0f37e1375932" providerId="ADAL" clId="{8AFDEC57-58D3-55B3-BF5B-606C0260A2F6}" dt="2026-08-13T10:43:04.435" v="467" actId="1076"/>
          <ac:spMkLst>
            <pc:docMk/>
            <pc:sldMk cId="0" sldId="263"/>
            <ac:spMk id="14" creationId="{00000000-0000-0000-0000-000000000000}"/>
          </ac:spMkLst>
        </pc:spChg>
        <pc:picChg chg="add mod">
          <ac:chgData name="Актаева Жанна" userId="7640b951-01dc-4db5-82ed-0f37e1375932" providerId="ADAL" clId="{8AFDEC57-58D3-55B3-BF5B-606C0260A2F6}" dt="2026-08-13T10:42:43.382" v="455" actId="1076"/>
          <ac:picMkLst>
            <pc:docMk/>
            <pc:sldMk cId="0" sldId="263"/>
            <ac:picMk id="20" creationId="{5777AA83-72B9-C863-8A60-739CE10DE956}"/>
          </ac:picMkLst>
        </pc:picChg>
        <pc:picChg chg="add mod">
          <ac:chgData name="Актаева Жанна" userId="7640b951-01dc-4db5-82ed-0f37e1375932" providerId="ADAL" clId="{8AFDEC57-58D3-55B3-BF5B-606C0260A2F6}" dt="2026-08-13T10:43:12.384" v="469" actId="1076"/>
          <ac:picMkLst>
            <pc:docMk/>
            <pc:sldMk cId="0" sldId="263"/>
            <ac:picMk id="21" creationId="{169113E8-039E-AB61-F8F4-B7D5EC69DCED}"/>
          </ac:picMkLst>
        </pc:picChg>
      </pc:sldChg>
      <pc:sldChg chg="addSp delSp modSp mod">
        <pc:chgData name="Актаева Жанна" userId="7640b951-01dc-4db5-82ed-0f37e1375932" providerId="ADAL" clId="{8AFDEC57-58D3-55B3-BF5B-606C0260A2F6}" dt="2026-08-13T10:45:02.224" v="503" actId="1076"/>
        <pc:sldMkLst>
          <pc:docMk/>
          <pc:sldMk cId="0" sldId="264"/>
        </pc:sldMkLst>
        <pc:spChg chg="mod">
          <ac:chgData name="Актаева Жанна" userId="7640b951-01dc-4db5-82ed-0f37e1375932" providerId="ADAL" clId="{8AFDEC57-58D3-55B3-BF5B-606C0260A2F6}" dt="2026-08-13T10:43:49.222" v="481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44:14.369" v="493" actId="2057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44:17.408" v="494" actId="2057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44:53.603" v="499" actId="1076"/>
          <ac:spMkLst>
            <pc:docMk/>
            <pc:sldMk cId="0" sldId="264"/>
            <ac:spMk id="16" creationId="{00000000-0000-0000-0000-000000000000}"/>
          </ac:spMkLst>
        </pc:spChg>
        <pc:picChg chg="add mod">
          <ac:chgData name="Актаева Жанна" userId="7640b951-01dc-4db5-82ed-0f37e1375932" providerId="ADAL" clId="{8AFDEC57-58D3-55B3-BF5B-606C0260A2F6}" dt="2026-08-13T10:45:02.224" v="503" actId="1076"/>
          <ac:picMkLst>
            <pc:docMk/>
            <pc:sldMk cId="0" sldId="264"/>
            <ac:picMk id="20" creationId="{C22D0B44-0610-4837-C994-F3671DEE6BDE}"/>
          </ac:picMkLst>
        </pc:picChg>
      </pc:sldChg>
      <pc:sldChg chg="modSp mod">
        <pc:chgData name="Актаева Жанна" userId="7640b951-01dc-4db5-82ed-0f37e1375932" providerId="ADAL" clId="{8AFDEC57-58D3-55B3-BF5B-606C0260A2F6}" dt="2026-08-24T10:48:17.710" v="1988" actId="207"/>
        <pc:sldMkLst>
          <pc:docMk/>
          <pc:sldMk cId="0" sldId="265"/>
        </pc:sldMkLst>
        <pc:spChg chg="mod">
          <ac:chgData name="Актаева Жанна" userId="7640b951-01dc-4db5-82ed-0f37e1375932" providerId="ADAL" clId="{8AFDEC57-58D3-55B3-BF5B-606C0260A2F6}" dt="2026-08-24T10:48:17.710" v="1988" actId="207"/>
          <ac:spMkLst>
            <pc:docMk/>
            <pc:sldMk cId="0" sldId="265"/>
            <ac:spMk id="21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7:58.760" v="1985" actId="2057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8:17.710" v="1988" actId="207"/>
          <ac:spMkLst>
            <pc:docMk/>
            <pc:sldMk cId="0" sldId="265"/>
            <ac:spMk id="24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7:47.435" v="1949" actId="20577"/>
          <ac:spMkLst>
            <pc:docMk/>
            <pc:sldMk cId="0" sldId="265"/>
            <ac:spMk id="26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7:52.249" v="1950" actId="20577"/>
          <ac:spMkLst>
            <pc:docMk/>
            <pc:sldMk cId="0" sldId="265"/>
            <ac:spMk id="39" creationId="{00000000-0000-0000-0000-000000000000}"/>
          </ac:spMkLst>
        </pc:spChg>
      </pc:sldChg>
      <pc:sldChg chg="modSp del mod">
        <pc:chgData name="Актаева Жанна" userId="7640b951-01dc-4db5-82ed-0f37e1375932" providerId="ADAL" clId="{8AFDEC57-58D3-55B3-BF5B-606C0260A2F6}" dt="2026-08-24T10:28:34.860" v="1152" actId="2696"/>
        <pc:sldMkLst>
          <pc:docMk/>
          <pc:sldMk cId="0" sldId="266"/>
        </pc:sldMkLst>
      </pc:sldChg>
      <pc:sldChg chg="addSp delSp modSp mod">
        <pc:chgData name="Актаева Жанна" userId="7640b951-01dc-4db5-82ed-0f37e1375932" providerId="ADAL" clId="{8AFDEC57-58D3-55B3-BF5B-606C0260A2F6}" dt="2026-08-24T10:47:26.708" v="1897" actId="1076"/>
        <pc:sldMkLst>
          <pc:docMk/>
          <pc:sldMk cId="0" sldId="267"/>
        </pc:sldMkLst>
        <pc:spChg chg="mod">
          <ac:chgData name="Актаева Жанна" userId="7640b951-01dc-4db5-82ed-0f37e1375932" providerId="ADAL" clId="{8AFDEC57-58D3-55B3-BF5B-606C0260A2F6}" dt="2026-08-24T10:47:21.629" v="1896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7:26.708" v="1897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6:19.048" v="1801" actId="20577"/>
          <ac:spMkLst>
            <pc:docMk/>
            <pc:sldMk cId="0" sldId="267"/>
            <ac:spMk id="10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6:25.831" v="1830" actId="20577"/>
          <ac:spMkLst>
            <pc:docMk/>
            <pc:sldMk cId="0" sldId="267"/>
            <ac:spMk id="16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6:36.457" v="1861" actId="20577"/>
          <ac:spMkLst>
            <pc:docMk/>
            <pc:sldMk cId="0" sldId="267"/>
            <ac:spMk id="22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6:13.779" v="1789" actId="1076"/>
          <ac:spMkLst>
            <pc:docMk/>
            <pc:sldMk cId="0" sldId="267"/>
            <ac:spMk id="23" creationId="{00000000-0000-0000-0000-000000000000}"/>
          </ac:spMkLst>
        </pc:spChg>
        <pc:spChg chg="add del mod">
          <ac:chgData name="Актаева Жанна" userId="7640b951-01dc-4db5-82ed-0f37e1375932" providerId="ADAL" clId="{8AFDEC57-58D3-55B3-BF5B-606C0260A2F6}" dt="2026-08-24T10:46:56.814" v="1869" actId="107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7:05.906" v="1870" actId="1076"/>
          <ac:spMkLst>
            <pc:docMk/>
            <pc:sldMk cId="0" sldId="267"/>
            <ac:spMk id="25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6:13.779" v="1789" actId="1076"/>
          <ac:spMkLst>
            <pc:docMk/>
            <pc:sldMk cId="0" sldId="267"/>
            <ac:spMk id="26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6:13.779" v="1789" actId="1076"/>
          <ac:spMkLst>
            <pc:docMk/>
            <pc:sldMk cId="0" sldId="267"/>
            <ac:spMk id="27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6:13.779" v="1789" actId="1076"/>
          <ac:spMkLst>
            <pc:docMk/>
            <pc:sldMk cId="0" sldId="267"/>
            <ac:spMk id="28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5:58.710" v="1785" actId="1076"/>
          <ac:spMkLst>
            <pc:docMk/>
            <pc:sldMk cId="0" sldId="267"/>
            <ac:spMk id="29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5:58.710" v="1785" actId="1076"/>
          <ac:spMkLst>
            <pc:docMk/>
            <pc:sldMk cId="0" sldId="267"/>
            <ac:spMk id="31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5:58.710" v="1785" actId="1076"/>
          <ac:spMkLst>
            <pc:docMk/>
            <pc:sldMk cId="0" sldId="267"/>
            <ac:spMk id="32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5:58.710" v="1785" actId="1076"/>
          <ac:spMkLst>
            <pc:docMk/>
            <pc:sldMk cId="0" sldId="267"/>
            <ac:spMk id="33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5:58.710" v="1785" actId="1076"/>
          <ac:spMkLst>
            <pc:docMk/>
            <pc:sldMk cId="0" sldId="267"/>
            <ac:spMk id="34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5:58.710" v="1785" actId="1076"/>
          <ac:spMkLst>
            <pc:docMk/>
            <pc:sldMk cId="0" sldId="267"/>
            <ac:spMk id="35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5:58.710" v="1785" actId="1076"/>
          <ac:spMkLst>
            <pc:docMk/>
            <pc:sldMk cId="0" sldId="267"/>
            <ac:spMk id="36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5:58.710" v="1785" actId="1076"/>
          <ac:spMkLst>
            <pc:docMk/>
            <pc:sldMk cId="0" sldId="267"/>
            <ac:spMk id="38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5:58.710" v="1785" actId="1076"/>
          <ac:spMkLst>
            <pc:docMk/>
            <pc:sldMk cId="0" sldId="267"/>
            <ac:spMk id="39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5:58.710" v="1785" actId="1076"/>
          <ac:spMkLst>
            <pc:docMk/>
            <pc:sldMk cId="0" sldId="267"/>
            <ac:spMk id="40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45:48.784" v="1783" actId="478"/>
          <ac:spMkLst>
            <pc:docMk/>
            <pc:sldMk cId="0" sldId="267"/>
            <ac:spMk id="41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45:50.089" v="1784" actId="478"/>
          <ac:spMkLst>
            <pc:docMk/>
            <pc:sldMk cId="0" sldId="267"/>
            <ac:spMk id="42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45:48.784" v="1783" actId="478"/>
          <ac:spMkLst>
            <pc:docMk/>
            <pc:sldMk cId="0" sldId="267"/>
            <ac:spMk id="43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45:47.516" v="1782" actId="478"/>
          <ac:spMkLst>
            <pc:docMk/>
            <pc:sldMk cId="0" sldId="267"/>
            <ac:spMk id="44" creationId="{00000000-0000-0000-0000-000000000000}"/>
          </ac:spMkLst>
        </pc:spChg>
        <pc:spChg chg="del mod">
          <ac:chgData name="Актаева Жанна" userId="7640b951-01dc-4db5-82ed-0f37e1375932" providerId="ADAL" clId="{8AFDEC57-58D3-55B3-BF5B-606C0260A2F6}" dt="2026-08-24T10:45:47.516" v="1782" actId="478"/>
          <ac:spMkLst>
            <pc:docMk/>
            <pc:sldMk cId="0" sldId="267"/>
            <ac:spMk id="45" creationId="{00000000-0000-0000-0000-000000000000}"/>
          </ac:spMkLst>
        </pc:spChg>
        <pc:spChg chg="del mod">
          <ac:chgData name="Актаева Жанна" userId="7640b951-01dc-4db5-82ed-0f37e1375932" providerId="ADAL" clId="{8AFDEC57-58D3-55B3-BF5B-606C0260A2F6}" dt="2026-08-24T10:45:47.516" v="1782" actId="478"/>
          <ac:spMkLst>
            <pc:docMk/>
            <pc:sldMk cId="0" sldId="267"/>
            <ac:spMk id="46" creationId="{00000000-0000-0000-0000-000000000000}"/>
          </ac:spMkLst>
        </pc:spChg>
        <pc:spChg chg="add del">
          <ac:chgData name="Актаева Жанна" userId="7640b951-01dc-4db5-82ed-0f37e1375932" providerId="ADAL" clId="{8AFDEC57-58D3-55B3-BF5B-606C0260A2F6}" dt="2026-08-24T10:47:08.574" v="1871" actId="478"/>
          <ac:spMkLst>
            <pc:docMk/>
            <pc:sldMk cId="0" sldId="267"/>
            <ac:spMk id="47" creationId="{00000000-0000-0000-0000-000000000000}"/>
          </ac:spMkLst>
        </pc:spChg>
        <pc:spChg chg="add del mod">
          <ac:chgData name="Актаева Жанна" userId="7640b951-01dc-4db5-82ed-0f37e1375932" providerId="ADAL" clId="{8AFDEC57-58D3-55B3-BF5B-606C0260A2F6}" dt="2026-08-24T10:47:08.574" v="1871" actId="478"/>
          <ac:spMkLst>
            <pc:docMk/>
            <pc:sldMk cId="0" sldId="267"/>
            <ac:spMk id="48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47:05.709" v="676" actId="20577"/>
          <ac:spMkLst>
            <pc:docMk/>
            <pc:sldMk cId="0" sldId="267"/>
            <ac:spMk id="49" creationId="{00000000-0000-0000-0000-000000000000}"/>
          </ac:spMkLst>
        </pc:spChg>
        <pc:spChg chg="add mod">
          <ac:chgData name="Актаева Жанна" userId="7640b951-01dc-4db5-82ed-0f37e1375932" providerId="ADAL" clId="{8AFDEC57-58D3-55B3-BF5B-606C0260A2F6}" dt="2026-08-24T10:46:53.129" v="1868"/>
          <ac:spMkLst>
            <pc:docMk/>
            <pc:sldMk cId="0" sldId="267"/>
            <ac:spMk id="53" creationId="{E9CB2782-223F-4005-B9FF-B94D33279DC7}"/>
          </ac:spMkLst>
        </pc:spChg>
      </pc:sldChg>
      <pc:sldChg chg="delSp mod ord">
        <pc:chgData name="Актаева Жанна" userId="7640b951-01dc-4db5-82ed-0f37e1375932" providerId="ADAL" clId="{8AFDEC57-58D3-55B3-BF5B-606C0260A2F6}" dt="2026-08-25T03:52:27.892" v="1992" actId="478"/>
        <pc:sldMkLst>
          <pc:docMk/>
          <pc:sldMk cId="0" sldId="268"/>
        </pc:sldMkLst>
        <pc:spChg chg="del">
          <ac:chgData name="Актаева Жанна" userId="7640b951-01dc-4db5-82ed-0f37e1375932" providerId="ADAL" clId="{8AFDEC57-58D3-55B3-BF5B-606C0260A2F6}" dt="2026-08-25T03:52:27.892" v="1992" actId="478"/>
          <ac:spMkLst>
            <pc:docMk/>
            <pc:sldMk cId="0" sldId="268"/>
            <ac:spMk id="9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5T03:52:21.050" v="1989" actId="478"/>
          <ac:spMkLst>
            <pc:docMk/>
            <pc:sldMk cId="0" sldId="268"/>
            <ac:spMk id="15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5T03:52:22.787" v="1990" actId="478"/>
          <ac:spMkLst>
            <pc:docMk/>
            <pc:sldMk cId="0" sldId="268"/>
            <ac:spMk id="21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5T03:52:24.249" v="1991" actId="478"/>
          <ac:spMkLst>
            <pc:docMk/>
            <pc:sldMk cId="0" sldId="268"/>
            <ac:spMk id="27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35:25.781" v="1353" actId="478"/>
          <ac:spMkLst>
            <pc:docMk/>
            <pc:sldMk cId="0" sldId="268"/>
            <ac:spMk id="28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35:25.781" v="1353" actId="478"/>
          <ac:spMkLst>
            <pc:docMk/>
            <pc:sldMk cId="0" sldId="268"/>
            <ac:spMk id="29" creationId="{00000000-0000-0000-0000-000000000000}"/>
          </ac:spMkLst>
        </pc:spChg>
      </pc:sldChg>
      <pc:sldChg chg="addSp delSp modSp mod ord">
        <pc:chgData name="Актаева Жанна" userId="7640b951-01dc-4db5-82ed-0f37e1375932" providerId="ADAL" clId="{8AFDEC57-58D3-55B3-BF5B-606C0260A2F6}" dt="2026-08-24T10:37:03.885" v="1392" actId="1076"/>
        <pc:sldMkLst>
          <pc:docMk/>
          <pc:sldMk cId="0" sldId="269"/>
        </pc:sldMkLst>
        <pc:spChg chg="mod">
          <ac:chgData name="Актаева Жанна" userId="7640b951-01dc-4db5-82ed-0f37e1375932" providerId="ADAL" clId="{8AFDEC57-58D3-55B3-BF5B-606C0260A2F6}" dt="2026-08-24T10:36:42.762" v="1382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48:34.892" v="755" actId="20577"/>
          <ac:spMkLst>
            <pc:docMk/>
            <pc:sldMk cId="0" sldId="269"/>
            <ac:spMk id="4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48:46.265" v="757" actId="14100"/>
          <ac:spMkLst>
            <pc:docMk/>
            <pc:sldMk cId="0" sldId="269"/>
            <ac:spMk id="5" creationId="{00000000-0000-0000-0000-000000000000}"/>
          </ac:spMkLst>
        </pc:spChg>
        <pc:spChg chg="add mod">
          <ac:chgData name="Актаева Жанна" userId="7640b951-01dc-4db5-82ed-0f37e1375932" providerId="ADAL" clId="{8AFDEC57-58D3-55B3-BF5B-606C0260A2F6}" dt="2026-08-24T10:36:39.739" v="1378"/>
          <ac:spMkLst>
            <pc:docMk/>
            <pc:sldMk cId="0" sldId="269"/>
            <ac:spMk id="8" creationId="{B8145D10-E04F-FB22-A4A4-46972F8B9DF8}"/>
          </ac:spMkLst>
        </pc:spChg>
        <pc:spChg chg="mod">
          <ac:chgData name="Актаева Жанна" userId="7640b951-01dc-4db5-82ed-0f37e1375932" providerId="ADAL" clId="{8AFDEC57-58D3-55B3-BF5B-606C0260A2F6}" dt="2026-08-13T10:48:46.265" v="757" actId="14100"/>
          <ac:spMkLst>
            <pc:docMk/>
            <pc:sldMk cId="0" sldId="269"/>
            <ac:spMk id="9" creationId="{00000000-0000-0000-0000-000000000000}"/>
          </ac:spMkLst>
        </pc:spChg>
        <pc:spChg chg="add mod">
          <ac:chgData name="Актаева Жанна" userId="7640b951-01dc-4db5-82ed-0f37e1375932" providerId="ADAL" clId="{8AFDEC57-58D3-55B3-BF5B-606C0260A2F6}" dt="2026-08-24T10:36:39.739" v="1378"/>
          <ac:spMkLst>
            <pc:docMk/>
            <pc:sldMk cId="0" sldId="269"/>
            <ac:spMk id="12" creationId="{C948BA61-3615-5F01-828C-A38B792A4B6B}"/>
          </ac:spMkLst>
        </pc:spChg>
        <pc:spChg chg="add mod">
          <ac:chgData name="Актаева Жанна" userId="7640b951-01dc-4db5-82ed-0f37e1375932" providerId="ADAL" clId="{8AFDEC57-58D3-55B3-BF5B-606C0260A2F6}" dt="2026-08-24T10:37:00.916" v="1391" actId="404"/>
          <ac:spMkLst>
            <pc:docMk/>
            <pc:sldMk cId="0" sldId="269"/>
            <ac:spMk id="13" creationId="{6BF0EBDE-2CCA-E0E1-0415-CBF94D5F1F3B}"/>
          </ac:spMkLst>
        </pc:spChg>
        <pc:spChg chg="add mod">
          <ac:chgData name="Актаева Жанна" userId="7640b951-01dc-4db5-82ed-0f37e1375932" providerId="ADAL" clId="{8AFDEC57-58D3-55B3-BF5B-606C0260A2F6}" dt="2026-08-24T10:37:03.885" v="1392" actId="1076"/>
          <ac:spMkLst>
            <pc:docMk/>
            <pc:sldMk cId="0" sldId="269"/>
            <ac:spMk id="14" creationId="{D60393F3-4359-BCCC-43A2-1177E10DDAB4}"/>
          </ac:spMkLst>
        </pc:spChg>
      </pc:sldChg>
      <pc:sldChg chg="delSp modSp add del mod ord">
        <pc:chgData name="Актаева Жанна" userId="7640b951-01dc-4db5-82ed-0f37e1375932" providerId="ADAL" clId="{8AFDEC57-58D3-55B3-BF5B-606C0260A2F6}" dt="2026-08-24T10:36:38.939" v="1377" actId="2696"/>
        <pc:sldMkLst>
          <pc:docMk/>
          <pc:sldMk cId="0" sldId="270"/>
        </pc:sldMkLst>
        <pc:spChg chg="del mod">
          <ac:chgData name="Актаева Жанна" userId="7640b951-01dc-4db5-82ed-0f37e1375932" providerId="ADAL" clId="{8AFDEC57-58D3-55B3-BF5B-606C0260A2F6}" dt="2026-08-24T10:36:37.585" v="1376" actId="21"/>
          <ac:spMkLst>
            <pc:docMk/>
            <pc:sldMk cId="0" sldId="270"/>
            <ac:spMk id="3" creationId="{00000000-0000-0000-0000-000000000000}"/>
          </ac:spMkLst>
        </pc:spChg>
        <pc:spChg chg="del mod">
          <ac:chgData name="Актаева Жанна" userId="7640b951-01dc-4db5-82ed-0f37e1375932" providerId="ADAL" clId="{8AFDEC57-58D3-55B3-BF5B-606C0260A2F6}" dt="2026-08-24T10:36:37.585" v="1376" actId="21"/>
          <ac:spMkLst>
            <pc:docMk/>
            <pc:sldMk cId="0" sldId="270"/>
            <ac:spMk id="4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36:28.110" v="1373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36:28.110" v="1373" actId="478"/>
          <ac:spMkLst>
            <pc:docMk/>
            <pc:sldMk cId="0" sldId="270"/>
            <ac:spMk id="8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36:28.110" v="1373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36:28.110" v="1373" actId="478"/>
          <ac:spMkLst>
            <pc:docMk/>
            <pc:sldMk cId="0" sldId="270"/>
            <ac:spMk id="10" creationId="{00000000-0000-0000-0000-000000000000}"/>
          </ac:spMkLst>
        </pc:spChg>
        <pc:spChg chg="del mod">
          <ac:chgData name="Актаева Жанна" userId="7640b951-01dc-4db5-82ed-0f37e1375932" providerId="ADAL" clId="{8AFDEC57-58D3-55B3-BF5B-606C0260A2F6}" dt="2026-08-24T10:36:28.110" v="1373" actId="478"/>
          <ac:spMkLst>
            <pc:docMk/>
            <pc:sldMk cId="0" sldId="270"/>
            <ac:spMk id="11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36:28.110" v="1373" actId="478"/>
          <ac:spMkLst>
            <pc:docMk/>
            <pc:sldMk cId="0" sldId="270"/>
            <ac:spMk id="12" creationId="{00000000-0000-0000-0000-000000000000}"/>
          </ac:spMkLst>
        </pc:spChg>
      </pc:sldChg>
      <pc:sldChg chg="delSp modSp mod ord">
        <pc:chgData name="Актаева Жанна" userId="7640b951-01dc-4db5-82ed-0f37e1375932" providerId="ADAL" clId="{8AFDEC57-58D3-55B3-BF5B-606C0260A2F6}" dt="2026-08-25T03:54:16.030" v="2033" actId="20577"/>
        <pc:sldMkLst>
          <pc:docMk/>
          <pc:sldMk cId="0" sldId="271"/>
        </pc:sldMkLst>
        <pc:spChg chg="mod">
          <ac:chgData name="Актаева Жанна" userId="7640b951-01dc-4db5-82ed-0f37e1375932" providerId="ADAL" clId="{8AFDEC57-58D3-55B3-BF5B-606C0260A2F6}" dt="2026-08-24T10:32:31.288" v="1273" actId="20577"/>
          <ac:spMkLst>
            <pc:docMk/>
            <pc:sldMk cId="0" sldId="271"/>
            <ac:spMk id="3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3T10:49:52.694" v="789" actId="20577"/>
          <ac:spMkLst>
            <pc:docMk/>
            <pc:sldMk cId="0" sldId="271"/>
            <ac:spMk id="4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5T03:53:22.676" v="1993" actId="478"/>
          <ac:spMkLst>
            <pc:docMk/>
            <pc:sldMk cId="0" sldId="271"/>
            <ac:spMk id="10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4T08:19:21.191" v="834" actId="20577"/>
          <ac:spMkLst>
            <pc:docMk/>
            <pc:sldMk cId="0" sldId="271"/>
            <ac:spMk id="17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5T03:53:32.622" v="2012" actId="20577"/>
          <ac:spMkLst>
            <pc:docMk/>
            <pc:sldMk cId="0" sldId="271"/>
            <ac:spMk id="19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14T08:19:26.115" v="840" actId="20577"/>
          <ac:spMkLst>
            <pc:docMk/>
            <pc:sldMk cId="0" sldId="271"/>
            <ac:spMk id="26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5T03:53:52.155" v="2014" actId="20577"/>
          <ac:spMkLst>
            <pc:docMk/>
            <pc:sldMk cId="0" sldId="271"/>
            <ac:spMk id="27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5T03:53:59.573" v="2021" actId="20577"/>
          <ac:spMkLst>
            <pc:docMk/>
            <pc:sldMk cId="0" sldId="271"/>
            <ac:spMk id="28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5T03:54:16.030" v="2033" actId="20577"/>
          <ac:spMkLst>
            <pc:docMk/>
            <pc:sldMk cId="0" sldId="271"/>
            <ac:spMk id="29" creationId="{00000000-0000-0000-0000-000000000000}"/>
          </ac:spMkLst>
        </pc:spChg>
      </pc:sldChg>
      <pc:sldChg chg="modSp mod ord">
        <pc:chgData name="Актаева Жанна" userId="7640b951-01dc-4db5-82ed-0f37e1375932" providerId="ADAL" clId="{8AFDEC57-58D3-55B3-BF5B-606C0260A2F6}" dt="2026-08-25T03:55:17.702" v="2044" actId="20577"/>
        <pc:sldMkLst>
          <pc:docMk/>
          <pc:sldMk cId="0" sldId="272"/>
        </pc:sldMkLst>
        <pc:spChg chg="mod">
          <ac:chgData name="Актаева Жанна" userId="7640b951-01dc-4db5-82ed-0f37e1375932" providerId="ADAL" clId="{8AFDEC57-58D3-55B3-BF5B-606C0260A2F6}" dt="2026-08-24T10:36:01.636" v="1367" actId="20577"/>
          <ac:spMkLst>
            <pc:docMk/>
            <pc:sldMk cId="0" sldId="272"/>
            <ac:spMk id="5" creationId="{00000000-0000-0000-0000-000000000000}"/>
          </ac:spMkLst>
        </pc:spChg>
        <pc:graphicFrameChg chg="mod modGraphic">
          <ac:chgData name="Актаева Жанна" userId="7640b951-01dc-4db5-82ed-0f37e1375932" providerId="ADAL" clId="{8AFDEC57-58D3-55B3-BF5B-606C0260A2F6}" dt="2026-08-25T03:55:17.702" v="2044" actId="20577"/>
          <ac:graphicFrameMkLst>
            <pc:docMk/>
            <pc:sldMk cId="0" sldId="272"/>
            <ac:graphicFrameMk id="18" creationId="{00000000-0000-0000-0000-000000000000}"/>
          </ac:graphicFrameMkLst>
        </pc:graphicFrameChg>
      </pc:sldChg>
      <pc:sldChg chg="modSp del mod ord">
        <pc:chgData name="Актаева Жанна" userId="7640b951-01dc-4db5-82ed-0f37e1375932" providerId="ADAL" clId="{8AFDEC57-58D3-55B3-BF5B-606C0260A2F6}" dt="2026-08-24T10:28:39.722" v="1153" actId="2696"/>
        <pc:sldMkLst>
          <pc:docMk/>
          <pc:sldMk cId="0" sldId="273"/>
        </pc:sldMkLst>
      </pc:sldChg>
      <pc:sldChg chg="del ord">
        <pc:chgData name="Актаева Жанна" userId="7640b951-01dc-4db5-82ed-0f37e1375932" providerId="ADAL" clId="{8AFDEC57-58D3-55B3-BF5B-606C0260A2F6}" dt="2026-08-24T10:33:06.815" v="1275" actId="2696"/>
        <pc:sldMkLst>
          <pc:docMk/>
          <pc:sldMk cId="0" sldId="274"/>
        </pc:sldMkLst>
      </pc:sldChg>
      <pc:sldChg chg="modSp del mod ord">
        <pc:chgData name="Актаева Жанна" userId="7640b951-01dc-4db5-82ed-0f37e1375932" providerId="ADAL" clId="{8AFDEC57-58D3-55B3-BF5B-606C0260A2F6}" dt="2026-08-24T10:28:43.008" v="1154" actId="2696"/>
        <pc:sldMkLst>
          <pc:docMk/>
          <pc:sldMk cId="0" sldId="275"/>
        </pc:sldMkLst>
      </pc:sldChg>
      <pc:sldChg chg="del ord">
        <pc:chgData name="Актаева Жанна" userId="7640b951-01dc-4db5-82ed-0f37e1375932" providerId="ADAL" clId="{8AFDEC57-58D3-55B3-BF5B-606C0260A2F6}" dt="2026-08-24T10:33:13.103" v="1276" actId="2696"/>
        <pc:sldMkLst>
          <pc:docMk/>
          <pc:sldMk cId="0" sldId="276"/>
        </pc:sldMkLst>
      </pc:sldChg>
      <pc:sldChg chg="del ord">
        <pc:chgData name="Актаева Жанна" userId="7640b951-01dc-4db5-82ed-0f37e1375932" providerId="ADAL" clId="{8AFDEC57-58D3-55B3-BF5B-606C0260A2F6}" dt="2026-08-24T10:33:16.080" v="1277" actId="2696"/>
        <pc:sldMkLst>
          <pc:docMk/>
          <pc:sldMk cId="0" sldId="277"/>
        </pc:sldMkLst>
      </pc:sldChg>
      <pc:sldChg chg="del ord">
        <pc:chgData name="Актаева Жанна" userId="7640b951-01dc-4db5-82ed-0f37e1375932" providerId="ADAL" clId="{8AFDEC57-58D3-55B3-BF5B-606C0260A2F6}" dt="2026-08-24T10:33:18.551" v="1278" actId="2696"/>
        <pc:sldMkLst>
          <pc:docMk/>
          <pc:sldMk cId="0" sldId="278"/>
        </pc:sldMkLst>
      </pc:sldChg>
      <pc:sldChg chg="del ord">
        <pc:chgData name="Актаева Жанна" userId="7640b951-01dc-4db5-82ed-0f37e1375932" providerId="ADAL" clId="{8AFDEC57-58D3-55B3-BF5B-606C0260A2F6}" dt="2026-08-24T10:33:52.700" v="1279" actId="2696"/>
        <pc:sldMkLst>
          <pc:docMk/>
          <pc:sldMk cId="0" sldId="279"/>
        </pc:sldMkLst>
      </pc:sldChg>
      <pc:sldChg chg="delSp del mod">
        <pc:chgData name="Актаева Жанна" userId="7640b951-01dc-4db5-82ed-0f37e1375932" providerId="ADAL" clId="{8AFDEC57-58D3-55B3-BF5B-606C0260A2F6}" dt="2026-08-24T10:28:30.501" v="1151" actId="2696"/>
        <pc:sldMkLst>
          <pc:docMk/>
          <pc:sldMk cId="0" sldId="280"/>
        </pc:sldMkLst>
      </pc:sldChg>
      <pc:sldChg chg="modSp add del mod setBg">
        <pc:chgData name="Актаева Жанна" userId="7640b951-01dc-4db5-82ed-0f37e1375932" providerId="ADAL" clId="{8AFDEC57-58D3-55B3-BF5B-606C0260A2F6}" dt="2026-08-24T10:26:33.849" v="1080" actId="2696"/>
        <pc:sldMkLst>
          <pc:docMk/>
          <pc:sldMk cId="0" sldId="281"/>
        </pc:sldMkLst>
      </pc:sldChg>
      <pc:sldChg chg="modSp add del mod setBg">
        <pc:chgData name="Актаева Жанна" userId="7640b951-01dc-4db5-82ed-0f37e1375932" providerId="ADAL" clId="{8AFDEC57-58D3-55B3-BF5B-606C0260A2F6}" dt="2026-08-24T10:26:35.026" v="1081" actId="2696"/>
        <pc:sldMkLst>
          <pc:docMk/>
          <pc:sldMk cId="0" sldId="282"/>
        </pc:sldMkLst>
      </pc:sldChg>
      <pc:sldChg chg="delSp modSp add del mod setBg">
        <pc:chgData name="Актаева Жанна" userId="7640b951-01dc-4db5-82ed-0f37e1375932" providerId="ADAL" clId="{8AFDEC57-58D3-55B3-BF5B-606C0260A2F6}" dt="2026-08-24T10:41:17.917" v="1570" actId="21"/>
        <pc:sldMkLst>
          <pc:docMk/>
          <pc:sldMk cId="0" sldId="283"/>
        </pc:sldMkLst>
        <pc:spChg chg="mod">
          <ac:chgData name="Актаева Жанна" userId="7640b951-01dc-4db5-82ed-0f37e1375932" providerId="ADAL" clId="{8AFDEC57-58D3-55B3-BF5B-606C0260A2F6}" dt="2026-08-24T10:27:37.999" v="1148" actId="20577"/>
          <ac:spMkLst>
            <pc:docMk/>
            <pc:sldMk cId="0" sldId="283"/>
            <ac:spMk id="3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27:40.628" v="1149" actId="478"/>
          <ac:spMkLst>
            <pc:docMk/>
            <pc:sldMk cId="0" sldId="283"/>
            <ac:spMk id="4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1:16.471" v="1569" actId="1076"/>
          <ac:spMkLst>
            <pc:docMk/>
            <pc:sldMk cId="0" sldId="283"/>
            <ac:spMk id="7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27:32.023" v="1126" actId="478"/>
          <ac:spMkLst>
            <pc:docMk/>
            <pc:sldMk cId="0" sldId="283"/>
            <ac:spMk id="8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1:16.471" v="1569" actId="1076"/>
          <ac:spMkLst>
            <pc:docMk/>
            <pc:sldMk cId="0" sldId="283"/>
            <ac:spMk id="10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1:16.471" v="1569" actId="1076"/>
          <ac:spMkLst>
            <pc:docMk/>
            <pc:sldMk cId="0" sldId="283"/>
            <ac:spMk id="11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1:16.471" v="1569" actId="107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1:16.471" v="1569" actId="1076"/>
          <ac:spMkLst>
            <pc:docMk/>
            <pc:sldMk cId="0" sldId="283"/>
            <ac:spMk id="15" creationId="{00000000-0000-0000-0000-000000000000}"/>
          </ac:spMkLst>
        </pc:spChg>
        <pc:spChg chg="del mod">
          <ac:chgData name="Актаева Жанна" userId="7640b951-01dc-4db5-82ed-0f37e1375932" providerId="ADAL" clId="{8AFDEC57-58D3-55B3-BF5B-606C0260A2F6}" dt="2026-08-24T10:27:32.023" v="1126" actId="478"/>
          <ac:spMkLst>
            <pc:docMk/>
            <pc:sldMk cId="0" sldId="283"/>
            <ac:spMk id="18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1:16.471" v="1569" actId="1076"/>
          <ac:spMkLst>
            <pc:docMk/>
            <pc:sldMk cId="0" sldId="283"/>
            <ac:spMk id="20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1:16.471" v="1569" actId="1076"/>
          <ac:spMkLst>
            <pc:docMk/>
            <pc:sldMk cId="0" sldId="283"/>
            <ac:spMk id="22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1:16.471" v="1569" actId="1076"/>
          <ac:spMkLst>
            <pc:docMk/>
            <pc:sldMk cId="0" sldId="283"/>
            <ac:spMk id="24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1:17.917" v="1570" actId="21"/>
          <ac:spMkLst>
            <pc:docMk/>
            <pc:sldMk cId="0" sldId="283"/>
            <ac:spMk id="27" creationId="{00000000-0000-0000-0000-000000000000}"/>
          </ac:spMkLst>
        </pc:spChg>
        <pc:spChg chg="del mod">
          <ac:chgData name="Актаева Жанна" userId="7640b951-01dc-4db5-82ed-0f37e1375932" providerId="ADAL" clId="{8AFDEC57-58D3-55B3-BF5B-606C0260A2F6}" dt="2026-08-24T10:27:32.023" v="1126" actId="478"/>
          <ac:spMkLst>
            <pc:docMk/>
            <pc:sldMk cId="0" sldId="283"/>
            <ac:spMk id="28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1:16.471" v="1569" actId="1076"/>
          <ac:spMkLst>
            <pc:docMk/>
            <pc:sldMk cId="0" sldId="283"/>
            <ac:spMk id="32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1:16.471" v="1569" actId="1076"/>
          <ac:spMkLst>
            <pc:docMk/>
            <pc:sldMk cId="0" sldId="283"/>
            <ac:spMk id="34" creationId="{00000000-0000-0000-0000-000000000000}"/>
          </ac:spMkLst>
        </pc:spChg>
      </pc:sldChg>
      <pc:sldChg chg="modSp add del mod setBg">
        <pc:chgData name="Актаева Жанна" userId="7640b951-01dc-4db5-82ed-0f37e1375932" providerId="ADAL" clId="{8AFDEC57-58D3-55B3-BF5B-606C0260A2F6}" dt="2026-08-24T10:20:50.880" v="979" actId="2696"/>
        <pc:sldMkLst>
          <pc:docMk/>
          <pc:sldMk cId="0" sldId="284"/>
        </pc:sldMkLst>
        <pc:graphicFrameChg chg="modGraphic">
          <ac:chgData name="Актаева Жанна" userId="7640b951-01dc-4db5-82ed-0f37e1375932" providerId="ADAL" clId="{8AFDEC57-58D3-55B3-BF5B-606C0260A2F6}" dt="2026-08-24T10:17:29.783" v="940" actId="14734"/>
          <ac:graphicFrameMkLst>
            <pc:docMk/>
            <pc:sldMk cId="0" sldId="284"/>
            <ac:graphicFrameMk id="24" creationId="{00000000-0000-0000-0000-000000000000}"/>
          </ac:graphicFrameMkLst>
        </pc:graphicFrameChg>
      </pc:sldChg>
      <pc:sldChg chg="add del setBg">
        <pc:chgData name="Актаева Жанна" userId="7640b951-01dc-4db5-82ed-0f37e1375932" providerId="ADAL" clId="{8AFDEC57-58D3-55B3-BF5B-606C0260A2F6}" dt="2026-08-24T10:20:51.626" v="980" actId="2696"/>
        <pc:sldMkLst>
          <pc:docMk/>
          <pc:sldMk cId="0" sldId="285"/>
        </pc:sldMkLst>
      </pc:sldChg>
      <pc:sldChg chg="modSp add del mod setBg">
        <pc:chgData name="Актаева Жанна" userId="7640b951-01dc-4db5-82ed-0f37e1375932" providerId="ADAL" clId="{8AFDEC57-58D3-55B3-BF5B-606C0260A2F6}" dt="2026-08-24T10:26:27.363" v="1079" actId="2696"/>
        <pc:sldMkLst>
          <pc:docMk/>
          <pc:sldMk cId="0" sldId="286"/>
        </pc:sldMkLst>
      </pc:sldChg>
      <pc:sldChg chg="modSp add del mod ord setBg">
        <pc:chgData name="Актаева Жанна" userId="7640b951-01dc-4db5-82ed-0f37e1375932" providerId="ADAL" clId="{8AFDEC57-58D3-55B3-BF5B-606C0260A2F6}" dt="2026-08-25T03:55:51.219" v="2046" actId="2165"/>
        <pc:sldMkLst>
          <pc:docMk/>
          <pc:sldMk cId="0" sldId="287"/>
        </pc:sldMkLst>
        <pc:spChg chg="mod">
          <ac:chgData name="Актаева Жанна" userId="7640b951-01dc-4db5-82ed-0f37e1375932" providerId="ADAL" clId="{8AFDEC57-58D3-55B3-BF5B-606C0260A2F6}" dt="2026-08-24T10:37:18.449" v="1439" actId="20577"/>
          <ac:spMkLst>
            <pc:docMk/>
            <pc:sldMk cId="0" sldId="287"/>
            <ac:spMk id="3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38:41.344" v="1470" actId="20577"/>
          <ac:spMkLst>
            <pc:docMk/>
            <pc:sldMk cId="0" sldId="287"/>
            <ac:spMk id="4" creationId="{00000000-0000-0000-0000-000000000000}"/>
          </ac:spMkLst>
        </pc:spChg>
        <pc:graphicFrameChg chg="modGraphic">
          <ac:chgData name="Актаева Жанна" userId="7640b951-01dc-4db5-82ed-0f37e1375932" providerId="ADAL" clId="{8AFDEC57-58D3-55B3-BF5B-606C0260A2F6}" dt="2026-08-25T03:55:51.219" v="2046" actId="2165"/>
          <ac:graphicFrameMkLst>
            <pc:docMk/>
            <pc:sldMk cId="0" sldId="287"/>
            <ac:graphicFrameMk id="24" creationId="{00000000-0000-0000-0000-000000000000}"/>
          </ac:graphicFrameMkLst>
        </pc:graphicFrameChg>
      </pc:sldChg>
      <pc:sldChg chg="delSp modSp add mod setBg">
        <pc:chgData name="Актаева Жанна" userId="7640b951-01dc-4db5-82ed-0f37e1375932" providerId="ADAL" clId="{8AFDEC57-58D3-55B3-BF5B-606C0260A2F6}" dt="2026-08-24T10:40:49.918" v="1568" actId="1076"/>
        <pc:sldMkLst>
          <pc:docMk/>
          <pc:sldMk cId="0" sldId="288"/>
        </pc:sldMkLst>
        <pc:spChg chg="del mod">
          <ac:chgData name="Актаева Жанна" userId="7640b951-01dc-4db5-82ed-0f37e1375932" providerId="ADAL" clId="{8AFDEC57-58D3-55B3-BF5B-606C0260A2F6}" dt="2026-08-24T10:40:46.643" v="1567" actId="478"/>
          <ac:spMkLst>
            <pc:docMk/>
            <pc:sldMk cId="0" sldId="288"/>
            <ac:spMk id="4" creationId="{00000000-0000-0000-0000-000000000000}"/>
          </ac:spMkLst>
        </pc:spChg>
        <pc:graphicFrameChg chg="mod modGraphic">
          <ac:chgData name="Актаева Жанна" userId="7640b951-01dc-4db5-82ed-0f37e1375932" providerId="ADAL" clId="{8AFDEC57-58D3-55B3-BF5B-606C0260A2F6}" dt="2026-08-24T10:40:49.918" v="1568" actId="1076"/>
          <ac:graphicFrameMkLst>
            <pc:docMk/>
            <pc:sldMk cId="0" sldId="288"/>
            <ac:graphicFrameMk id="25" creationId="{00000000-0000-0000-0000-000000000000}"/>
          </ac:graphicFrameMkLst>
        </pc:graphicFrameChg>
      </pc:sldChg>
      <pc:sldChg chg="addSp delSp modSp add mod ord setBg">
        <pc:chgData name="Актаева Жанна" userId="7640b951-01dc-4db5-82ed-0f37e1375932" providerId="ADAL" clId="{8AFDEC57-58D3-55B3-BF5B-606C0260A2F6}" dt="2026-08-24T10:40:21.052" v="1562" actId="20577"/>
        <pc:sldMkLst>
          <pc:docMk/>
          <pc:sldMk cId="0" sldId="289"/>
        </pc:sldMkLst>
        <pc:spChg chg="mod">
          <ac:chgData name="Актаева Жанна" userId="7640b951-01dc-4db5-82ed-0f37e1375932" providerId="ADAL" clId="{8AFDEC57-58D3-55B3-BF5B-606C0260A2F6}" dt="2026-08-24T10:38:23.856" v="1468" actId="20577"/>
          <ac:spMkLst>
            <pc:docMk/>
            <pc:sldMk cId="0" sldId="289"/>
            <ac:spMk id="3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39:06.730" v="1477" actId="478"/>
          <ac:spMkLst>
            <pc:docMk/>
            <pc:sldMk cId="0" sldId="289"/>
            <ac:spMk id="4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39:27.867" v="1479" actId="1076"/>
          <ac:spMkLst>
            <pc:docMk/>
            <pc:sldMk cId="0" sldId="289"/>
            <ac:spMk id="5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39:27.867" v="1479" actId="1076"/>
          <ac:spMkLst>
            <pc:docMk/>
            <pc:sldMk cId="0" sldId="289"/>
            <ac:spMk id="6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39:27.867" v="1479" actId="1076"/>
          <ac:spMkLst>
            <pc:docMk/>
            <pc:sldMk cId="0" sldId="289"/>
            <ac:spMk id="7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39:27.867" v="1479" actId="1076"/>
          <ac:spMkLst>
            <pc:docMk/>
            <pc:sldMk cId="0" sldId="289"/>
            <ac:spMk id="8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39:27.867" v="1479" actId="1076"/>
          <ac:spMkLst>
            <pc:docMk/>
            <pc:sldMk cId="0" sldId="289"/>
            <ac:spMk id="9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39:46.355" v="1481" actId="1076"/>
          <ac:spMkLst>
            <pc:docMk/>
            <pc:sldMk cId="0" sldId="289"/>
            <ac:spMk id="10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39:27.867" v="1479" actId="1076"/>
          <ac:spMkLst>
            <pc:docMk/>
            <pc:sldMk cId="0" sldId="289"/>
            <ac:spMk id="11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39:27.867" v="1479" actId="1076"/>
          <ac:spMkLst>
            <pc:docMk/>
            <pc:sldMk cId="0" sldId="289"/>
            <ac:spMk id="12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39:27.867" v="1479" actId="1076"/>
          <ac:spMkLst>
            <pc:docMk/>
            <pc:sldMk cId="0" sldId="289"/>
            <ac:spMk id="13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39:27.867" v="1479" actId="1076"/>
          <ac:spMkLst>
            <pc:docMk/>
            <pc:sldMk cId="0" sldId="289"/>
            <ac:spMk id="14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39:27.867" v="1479" actId="1076"/>
          <ac:spMkLst>
            <pc:docMk/>
            <pc:sldMk cId="0" sldId="289"/>
            <ac:spMk id="15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40:21.052" v="1562" actId="20577"/>
          <ac:spMkLst>
            <pc:docMk/>
            <pc:sldMk cId="0" sldId="289"/>
            <ac:spMk id="16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25:53.507" v="1075" actId="478"/>
          <ac:spMkLst>
            <pc:docMk/>
            <pc:sldMk cId="0" sldId="289"/>
            <ac:spMk id="17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25:52.766" v="1074" actId="478"/>
          <ac:spMkLst>
            <pc:docMk/>
            <pc:sldMk cId="0" sldId="289"/>
            <ac:spMk id="18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25:52.766" v="1074" actId="478"/>
          <ac:spMkLst>
            <pc:docMk/>
            <pc:sldMk cId="0" sldId="289"/>
            <ac:spMk id="19" creationId="{00000000-0000-0000-0000-000000000000}"/>
          </ac:spMkLst>
        </pc:spChg>
        <pc:spChg chg="add mod">
          <ac:chgData name="Актаева Жанна" userId="7640b951-01dc-4db5-82ed-0f37e1375932" providerId="ADAL" clId="{8AFDEC57-58D3-55B3-BF5B-606C0260A2F6}" dt="2026-08-24T10:39:15.117" v="1478" actId="1076"/>
          <ac:spMkLst>
            <pc:docMk/>
            <pc:sldMk cId="0" sldId="289"/>
            <ac:spMk id="24" creationId="{4816D1E6-F4B4-82D0-1789-1986681D32D9}"/>
          </ac:spMkLst>
        </pc:spChg>
        <pc:spChg chg="add mod">
          <ac:chgData name="Актаева Жанна" userId="7640b951-01dc-4db5-82ed-0f37e1375932" providerId="ADAL" clId="{8AFDEC57-58D3-55B3-BF5B-606C0260A2F6}" dt="2026-08-24T10:39:15.117" v="1478" actId="1076"/>
          <ac:spMkLst>
            <pc:docMk/>
            <pc:sldMk cId="0" sldId="289"/>
            <ac:spMk id="26" creationId="{AFB935C3-5E47-94E7-AA5D-9705006C8B40}"/>
          </ac:spMkLst>
        </pc:spChg>
        <pc:spChg chg="add mod">
          <ac:chgData name="Актаева Жанна" userId="7640b951-01dc-4db5-82ed-0f37e1375932" providerId="ADAL" clId="{8AFDEC57-58D3-55B3-BF5B-606C0260A2F6}" dt="2026-08-24T10:39:15.117" v="1478" actId="1076"/>
          <ac:spMkLst>
            <pc:docMk/>
            <pc:sldMk cId="0" sldId="289"/>
            <ac:spMk id="28" creationId="{6FA36C42-6F78-52EA-D9AE-3F7058A9D3B6}"/>
          </ac:spMkLst>
        </pc:spChg>
        <pc:picChg chg="add mod">
          <ac:chgData name="Актаева Жанна" userId="7640b951-01dc-4db5-82ed-0f37e1375932" providerId="ADAL" clId="{8AFDEC57-58D3-55B3-BF5B-606C0260A2F6}" dt="2026-08-24T10:39:35.762" v="1480" actId="167"/>
          <ac:picMkLst>
            <pc:docMk/>
            <pc:sldMk cId="0" sldId="289"/>
            <ac:picMk id="23" creationId="{9DE289D7-0714-80A3-50FE-1A0096273A50}"/>
          </ac:picMkLst>
        </pc:picChg>
        <pc:picChg chg="add mod">
          <ac:chgData name="Актаева Жанна" userId="7640b951-01dc-4db5-82ed-0f37e1375932" providerId="ADAL" clId="{8AFDEC57-58D3-55B3-BF5B-606C0260A2F6}" dt="2026-08-24T10:39:35.762" v="1480" actId="167"/>
          <ac:picMkLst>
            <pc:docMk/>
            <pc:sldMk cId="0" sldId="289"/>
            <ac:picMk id="25" creationId="{7D324974-EC3B-73C6-1CD2-AD246F1D9746}"/>
          </ac:picMkLst>
        </pc:picChg>
        <pc:picChg chg="add mod">
          <ac:chgData name="Актаева Жанна" userId="7640b951-01dc-4db5-82ed-0f37e1375932" providerId="ADAL" clId="{8AFDEC57-58D3-55B3-BF5B-606C0260A2F6}" dt="2026-08-24T10:39:35.762" v="1480" actId="167"/>
          <ac:picMkLst>
            <pc:docMk/>
            <pc:sldMk cId="0" sldId="289"/>
            <ac:picMk id="27" creationId="{9CBE2A42-AFD2-3067-7A0F-BCC2522D3078}"/>
          </ac:picMkLst>
        </pc:picChg>
      </pc:sldChg>
      <pc:sldChg chg="delSp modSp add del mod ord setBg">
        <pc:chgData name="Актаева Жанна" userId="7640b951-01dc-4db5-82ed-0f37e1375932" providerId="ADAL" clId="{8AFDEC57-58D3-55B3-BF5B-606C0260A2F6}" dt="2026-08-24T10:40:29.056" v="1563" actId="2696"/>
        <pc:sldMkLst>
          <pc:docMk/>
          <pc:sldMk cId="0" sldId="290"/>
        </pc:sldMkLst>
        <pc:spChg chg="mod">
          <ac:chgData name="Актаева Жанна" userId="7640b951-01dc-4db5-82ed-0f37e1375932" providerId="ADAL" clId="{8AFDEC57-58D3-55B3-BF5B-606C0260A2F6}" dt="2026-08-24T10:26:04.047" v="1076" actId="20577"/>
          <ac:spMkLst>
            <pc:docMk/>
            <pc:sldMk cId="0" sldId="290"/>
            <ac:spMk id="2" creationId="{00000000-0000-0000-0000-000000000000}"/>
          </ac:spMkLst>
        </pc:spChg>
        <pc:spChg chg="mod">
          <ac:chgData name="Актаева Жанна" userId="7640b951-01dc-4db5-82ed-0f37e1375932" providerId="ADAL" clId="{8AFDEC57-58D3-55B3-BF5B-606C0260A2F6}" dt="2026-08-24T10:37:39.136" v="1441" actId="20577"/>
          <ac:spMkLst>
            <pc:docMk/>
            <pc:sldMk cId="0" sldId="290"/>
            <ac:spMk id="3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26:16.743" v="1077" actId="478"/>
          <ac:spMkLst>
            <pc:docMk/>
            <pc:sldMk cId="0" sldId="290"/>
            <ac:spMk id="4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38:56.979" v="1473" actId="21"/>
          <ac:spMkLst>
            <pc:docMk/>
            <pc:sldMk cId="0" sldId="290"/>
            <ac:spMk id="6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38:56.979" v="1473" actId="21"/>
          <ac:spMkLst>
            <pc:docMk/>
            <pc:sldMk cId="0" sldId="290"/>
            <ac:spMk id="8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38:56.979" v="1473" actId="21"/>
          <ac:spMkLst>
            <pc:docMk/>
            <pc:sldMk cId="0" sldId="290"/>
            <ac:spMk id="10" creationId="{00000000-0000-0000-0000-000000000000}"/>
          </ac:spMkLst>
        </pc:spChg>
        <pc:spChg chg="del">
          <ac:chgData name="Актаева Жанна" userId="7640b951-01dc-4db5-82ed-0f37e1375932" providerId="ADAL" clId="{8AFDEC57-58D3-55B3-BF5B-606C0260A2F6}" dt="2026-08-24T10:26:20.778" v="1078" actId="478"/>
          <ac:spMkLst>
            <pc:docMk/>
            <pc:sldMk cId="0" sldId="290"/>
            <ac:spMk id="11" creationId="{00000000-0000-0000-0000-000000000000}"/>
          </ac:spMkLst>
        </pc:spChg>
        <pc:picChg chg="del">
          <ac:chgData name="Актаева Жанна" userId="7640b951-01dc-4db5-82ed-0f37e1375932" providerId="ADAL" clId="{8AFDEC57-58D3-55B3-BF5B-606C0260A2F6}" dt="2026-08-24T10:38:56.979" v="1473" actId="21"/>
          <ac:picMkLst>
            <pc:docMk/>
            <pc:sldMk cId="0" sldId="290"/>
            <ac:picMk id="5" creationId="{00000000-0000-0000-0000-000000000000}"/>
          </ac:picMkLst>
        </pc:picChg>
        <pc:picChg chg="del">
          <ac:chgData name="Актаева Жанна" userId="7640b951-01dc-4db5-82ed-0f37e1375932" providerId="ADAL" clId="{8AFDEC57-58D3-55B3-BF5B-606C0260A2F6}" dt="2026-08-24T10:38:56.979" v="1473" actId="21"/>
          <ac:picMkLst>
            <pc:docMk/>
            <pc:sldMk cId="0" sldId="290"/>
            <ac:picMk id="7" creationId="{00000000-0000-0000-0000-000000000000}"/>
          </ac:picMkLst>
        </pc:picChg>
        <pc:picChg chg="del">
          <ac:chgData name="Актаева Жанна" userId="7640b951-01dc-4db5-82ed-0f37e1375932" providerId="ADAL" clId="{8AFDEC57-58D3-55B3-BF5B-606C0260A2F6}" dt="2026-08-24T10:38:56.979" v="1473" actId="21"/>
          <ac:picMkLst>
            <pc:docMk/>
            <pc:sldMk cId="0" sldId="290"/>
            <ac:picMk id="9" creationId="{00000000-0000-0000-0000-000000000000}"/>
          </ac:picMkLst>
        </pc:picChg>
      </pc:sldChg>
      <pc:sldChg chg="add del setBg">
        <pc:chgData name="Актаева Жанна" userId="7640b951-01dc-4db5-82ed-0f37e1375932" providerId="ADAL" clId="{8AFDEC57-58D3-55B3-BF5B-606C0260A2F6}" dt="2026-08-24T10:34:04.670" v="1281"/>
        <pc:sldMkLst>
          <pc:docMk/>
          <pc:sldMk cId="2813644290" sldId="291"/>
        </pc:sldMkLst>
      </pc:sldChg>
      <pc:sldChg chg="addSp modSp new mod">
        <pc:chgData name="Актаева Жанна" userId="7640b951-01dc-4db5-82ed-0f37e1375932" providerId="ADAL" clId="{8AFDEC57-58D3-55B3-BF5B-606C0260A2F6}" dt="2026-08-24T10:42:44.286" v="1573" actId="1076"/>
        <pc:sldMkLst>
          <pc:docMk/>
          <pc:sldMk cId="3029798123" sldId="291"/>
        </pc:sldMkLst>
        <pc:spChg chg="add mod">
          <ac:chgData name="Актаева Жанна" userId="7640b951-01dc-4db5-82ed-0f37e1375932" providerId="ADAL" clId="{8AFDEC57-58D3-55B3-BF5B-606C0260A2F6}" dt="2026-08-24T10:42:44.286" v="1573" actId="1076"/>
          <ac:spMkLst>
            <pc:docMk/>
            <pc:sldMk cId="3029798123" sldId="291"/>
            <ac:spMk id="2" creationId="{6246431F-0372-B9D5-2DD3-648DE0950B25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735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С этого начинаем: у нас 9,4 га общественных пространств, и сегодня это чистый расход. За 12 месяцев проверим три модели, которые превращают их в управляемый актив.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Опорный тезис презентации: вкладываемся в инфраструктуру связей между жителями, а не в газоны. Из него растёт двойная цель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Слои читаются снизу вверх по стоимости и сверху вниз по ценности. Бюджеты благоустройства обычно устроены ровно наоборот; пилот это исправляет.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Каждая цифра привязана к источнику. ×3: синтез по 11 крупнейшим городам США. 85%: семь пилотных территорий NHS England.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Суть слайда: перед нами 9,4 га витрины наших ЖК в четырёх разных управленческих режимах.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Проценты пока гипотезы, а не обещания. Пилот и существует ради того, чтобы заменить их фактом.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Точка означает основной инструмент, «опц.» опциональный. Меню гибкое: спонсорство и события работают почти при любом юрстатусе земли.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Трафик здесь общая валюта: он двигает и выручку операторов, и NPS.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Упр. — номер Управления BI Service. Общая площадь — обмер контуров Google Earth (18.08.2026); Юнион — оценка по аналогу Классика (×1,74), нижняя граница 2 634 м² подтверждена по OSM. Шорт-лист из рабочей таблицы от 08.08.2026, разметка типов сохранена. Пилоты: Авеню 5, Хедлайнер Эксклюзив и объединённые Flora 1+2 — кластер из двух микро-аллей, прямая проверка кластерной экономики Т1.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Состав утверждён после объезда территорий. Сквер Авеню 5 ушёл в резерв как кандидат Т3 второй волны. Точку старта нулевого спринта внутри периметра выбираем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Площади: озеленение / общая по обмеру Google Earth 18.08.2026; Юнион — оценка по аналогу. Суммы из справок ТОО-застройщиков, август 2026. Nexpo Классик включает землю за 57 млн тг. Гранд Туран: спецификация материалов без НДС. Полная разбивка по категориям — в Excel-модели, лист «Активы».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Шаги из решения рабочей группы. Юраудит закрывает главный риск монетизации; операторов зимы ищем до конца октября, чтобы успеть к сезону.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Полная матрица выбора модели лежит в исследовании. Мысль слайда простая: ничего не изобретаем, комбинируем три проверенные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85% по данным PPS, показатель исторический: абсолютные суммы с тех пор кратно выросли. Фото вставить перед защитой, слоты размечены.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Прямая связка со слайдом ГЧП: Sphere Park и есть казахстанская версия этого обмена.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Нижний фото-слот оставлен под наш контент: события Лиги уже дают фотоматериал.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Самый близкий нам кейс: постсоветский парк, настоящая зима, кратный рост трафика за один сезон.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Принципы уже в деле: №6 зашит в CAPEX-подход, №7 в расстановку НТО и скамеек, №10 в ставку на вовлечённость вместо большого бюджета.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Мостик к пилотной части: дальше смотрим, как инструментарий ложится на наш портфель из 31 территории.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8.jpeg"/><Relationship Id="rId5" Type="http://schemas.openxmlformats.org/officeDocument/2006/relationships/image" Target="../media/image9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0.jpeg"/><Relationship Id="rId5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eg"/><Relationship Id="rId4" Type="http://schemas.openxmlformats.org/officeDocument/2006/relationships/image" Target="../media/image4.png"/><Relationship Id="rId5" Type="http://schemas.openxmlformats.org/officeDocument/2006/relationships/image" Target="../media/image13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4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-life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6928"/>
            <a:ext cx="1554480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ПИЛОТНЫЙ ПРОЕКТ</a:t>
            </a:r>
            <a:endParaRPr lang="en-US" sz="1150"/>
          </a:p>
        </p:txBody>
      </p:sp>
      <p:sp>
        <p:nvSpPr>
          <p:cNvPr id="4" name="Text 1"/>
          <p:cNvSpPr/>
          <p:nvPr/>
        </p:nvSpPr>
        <p:spPr>
          <a:xfrm>
            <a:off x="640080" y="2487168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300"/>
              </a:lnSpc>
              <a:buNone/>
            </a:pPr>
            <a:r>
              <a:rPr lang="ru-RU" sz="35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 модели управления аллеями</a:t>
            </a:r>
            <a:endParaRPr lang="en-US" sz="3500"/>
          </a:p>
        </p:txBody>
      </p:sp>
      <p:sp>
        <p:nvSpPr>
          <p:cNvPr id="5" name="Text 2"/>
          <p:cNvSpPr/>
          <p:nvPr/>
        </p:nvSpPr>
        <p:spPr>
          <a:xfrm>
            <a:off x="640080" y="42062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err="1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Пилот</a:t>
            </a:r>
            <a:r>
              <a:rPr lang="ru-RU" sz="16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ы</a:t>
            </a:r>
            <a:r>
              <a:rPr lang="en-US" sz="16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1600" err="1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на</a:t>
            </a:r>
            <a:r>
              <a:rPr lang="en-US" sz="16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ru-RU" sz="16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</a:t>
            </a:r>
            <a:r>
              <a:rPr lang="en-US" sz="16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1600" err="1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территориях</a:t>
            </a:r>
            <a:r>
              <a:rPr lang="en-US" sz="16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: модели, монетизация, </a:t>
            </a:r>
            <a:r>
              <a:rPr lang="en-US" sz="1600" err="1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структура</a:t>
            </a:r>
            <a:r>
              <a:rPr lang="en-US" sz="16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CAPEX</a:t>
            </a:r>
            <a:r>
              <a:rPr lang="ru-RU" sz="16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16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&amp; OPEX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640080" y="495604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94 120 </a:t>
            </a:r>
            <a:r>
              <a:rPr lang="ru-RU" sz="32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м2</a:t>
            </a:r>
            <a:endParaRPr lang="en-US" sz="3200"/>
          </a:p>
        </p:txBody>
      </p:sp>
      <p:sp>
        <p:nvSpPr>
          <p:cNvPr id="9" name="Text 6"/>
          <p:cNvSpPr/>
          <p:nvPr/>
        </p:nvSpPr>
        <p:spPr>
          <a:xfrm>
            <a:off x="640080" y="55229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9,4 </a:t>
            </a:r>
            <a:r>
              <a:rPr lang="en-US" sz="1000" err="1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га</a:t>
            </a:r>
            <a:r>
              <a:rPr lang="ru-RU" sz="1000"/>
              <a:t> </a:t>
            </a:r>
            <a:r>
              <a:rPr lang="en-US" sz="1000" err="1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</a:t>
            </a:r>
            <a:r>
              <a:rPr lang="en-US" sz="100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наших микрорайонах</a:t>
            </a:r>
            <a:endParaRPr lang="en-US" sz="1000"/>
          </a:p>
        </p:txBody>
      </p:sp>
      <p:sp>
        <p:nvSpPr>
          <p:cNvPr id="10" name="Text 7"/>
          <p:cNvSpPr/>
          <p:nvPr/>
        </p:nvSpPr>
        <p:spPr>
          <a:xfrm>
            <a:off x="3863340" y="49560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</a:t>
            </a:r>
            <a:endParaRPr lang="en-US" sz="3200"/>
          </a:p>
        </p:txBody>
      </p:sp>
      <p:sp>
        <p:nvSpPr>
          <p:cNvPr id="11" name="Text 8"/>
          <p:cNvSpPr/>
          <p:nvPr/>
        </p:nvSpPr>
        <p:spPr>
          <a:xfrm>
            <a:off x="3863340" y="55229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типовые модели</a:t>
            </a:r>
            <a:endParaRPr lang="en-US" sz="1000"/>
          </a:p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+ механизм ГЧП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90"/>
              </a:lnSpc>
              <a:buNone/>
            </a:pPr>
            <a:r>
              <a:rPr lang="ru-RU" sz="3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Аллея</a:t>
            </a:r>
            <a:r>
              <a:rPr lang="en-US" sz="3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— </a:t>
            </a:r>
            <a:r>
              <a:rPr lang="en-US" sz="3000" b="1" err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это</a:t>
            </a:r>
            <a:r>
              <a:rPr lang="en-US" sz="3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ru-RU" sz="3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</a:t>
            </a:r>
            <a:r>
              <a:rPr lang="en-US" sz="3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3000" b="1" err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территория</a:t>
            </a:r>
            <a:r>
              <a:rPr lang="en-US" sz="3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,</a:t>
            </a:r>
            <a:r>
              <a:rPr lang="ru-RU" sz="3000"/>
              <a:t> </a:t>
            </a:r>
            <a:br>
              <a:rPr lang="ru-RU" sz="3000"/>
            </a:br>
            <a:r>
              <a:rPr lang="ru-RU" sz="3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 с</a:t>
            </a:r>
            <a:r>
              <a:rPr lang="en-US" sz="3000" b="1" err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оциальная</a:t>
            </a:r>
            <a:r>
              <a:rPr lang="en-US" sz="3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инфраструктура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826641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50"/>
              </a:lnSpc>
              <a:buNone/>
            </a:pPr>
            <a:r>
              <a:rPr lang="ru-RU" sz="13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Раньше аллеи и </a:t>
            </a:r>
            <a:r>
              <a:rPr lang="en-US" sz="1300" err="1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парки</a:t>
            </a:r>
            <a:r>
              <a:rPr lang="en-US" sz="13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ru-RU" sz="13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относили к </a:t>
            </a:r>
            <a:r>
              <a:rPr lang="ru-RU" sz="1300" err="1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элеметам</a:t>
            </a:r>
            <a:r>
              <a:rPr lang="ru-RU" sz="13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1300" err="1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благоустройства</a:t>
            </a:r>
            <a:r>
              <a:rPr lang="ru-RU" sz="13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территорий</a:t>
            </a:r>
            <a:r>
              <a:rPr lang="en-US" sz="13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. </a:t>
            </a:r>
            <a:endParaRPr lang="ru-RU" sz="1300">
              <a:solidFill>
                <a:srgbClr val="C6CEE4"/>
              </a:solidFill>
              <a:latin typeface="Gotham" pitchFamily="34" charset="0"/>
              <a:ea typeface="Gotham" pitchFamily="34" charset="-122"/>
              <a:cs typeface="Gotham" pitchFamily="34" charset="-120"/>
            </a:endParaRPr>
          </a:p>
          <a:p>
            <a:pPr marL="0" indent="0">
              <a:lnSpc>
                <a:spcPts val="1850"/>
              </a:lnSpc>
              <a:buNone/>
            </a:pPr>
            <a:r>
              <a:rPr lang="en-US" sz="13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Сегодня города считают их инфраструктурой связей: местом, где жители становятся соседями.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640080" y="3364992"/>
            <a:ext cx="5760720" cy="1243584"/>
          </a:xfrm>
          <a:prstGeom prst="roundRect">
            <a:avLst>
              <a:gd name="adj" fmla="val 10294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932688" y="35112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Эрик Клиненберг · social infrastructure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932688" y="3794760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>
                <a:solidFill>
                  <a:srgbClr val="B9C4D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Библиотеки, школы, площадки, парки решают, появятся ли связи между людьми вообще. От их качества зависит устойчивость района к любым кризисам.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640080" y="4700016"/>
            <a:ext cx="5760720" cy="1243584"/>
          </a:xfrm>
          <a:prstGeom prst="roundRect">
            <a:avLst>
              <a:gd name="adj" fmla="val 10294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9" name="Text 7"/>
          <p:cNvSpPr/>
          <p:nvPr/>
        </p:nvSpPr>
        <p:spPr>
          <a:xfrm>
            <a:off x="932688" y="4846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Рэй Олденбург · «третье место»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932688" y="5129784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>
                <a:solidFill>
                  <a:srgbClr val="B9C4D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Есть дом, есть работа. А третье место, где встречаются без повода и по-соседски, ещё надо построить. Без него связи не заводятся.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6858000" y="3364992"/>
            <a:ext cx="4690872" cy="2615184"/>
          </a:xfrm>
          <a:prstGeom prst="roundRect">
            <a:avLst>
              <a:gd name="adj" fmla="val 3483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/>
          <p:nvPr/>
        </p:nvSpPr>
        <p:spPr>
          <a:xfrm>
            <a:off x="7178040" y="36027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ЭТО ЗНАЧИТ ДЛЯ ДЕВЕЛОПЕРА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7178040" y="3968496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700" b="1" err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Двор</a:t>
            </a:r>
            <a:r>
              <a:rPr lang="ru-RU" sz="17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, аллея, парки</a:t>
            </a:r>
            <a:r>
              <a:rPr lang="en-US" sz="17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— </a:t>
            </a:r>
            <a:br>
              <a:rPr lang="ru-RU" sz="17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</a:br>
            <a:r>
              <a:rPr lang="en-US" sz="1700" b="1" err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это</a:t>
            </a:r>
            <a:r>
              <a:rPr lang="en-US" sz="17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ru-RU" sz="17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инкубатор</a:t>
            </a:r>
            <a:r>
              <a:rPr lang="en-US" sz="17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сообщества.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7178040" y="504748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Исследования подтверждают: чем ближе социальная инфраструктура, тем выше сплочённость и субъективное благополучие жителей.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18" name="Image 0" descr="assets/big-life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РАМКА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en-US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Три </a:t>
            </a:r>
            <a:r>
              <a:rPr lang="en-US" sz="3300" b="1" err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слоя</a:t>
            </a:r>
            <a:r>
              <a:rPr lang="en-US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ru-RU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управления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4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Привычная</a:t>
            </a:r>
            <a:r>
              <a:rPr lang="en-US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ошибка: вложиться </a:t>
            </a:r>
            <a:r>
              <a:rPr lang="en-US" sz="14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</a:t>
            </a:r>
            <a:r>
              <a:rPr lang="en-US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ru-RU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пространство</a:t>
            </a:r>
            <a:r>
              <a:rPr lang="en-US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и ждать, что </a:t>
            </a:r>
            <a:r>
              <a:rPr lang="en-US" sz="14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сообщество</a:t>
            </a:r>
            <a:r>
              <a:rPr lang="en-US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ru-RU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появится само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640080" y="2450592"/>
            <a:ext cx="781812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6" name="Shape 4"/>
          <p:cNvSpPr/>
          <p:nvPr/>
        </p:nvSpPr>
        <p:spPr>
          <a:xfrm>
            <a:off x="896112" y="2688336"/>
            <a:ext cx="987552" cy="512064"/>
          </a:xfrm>
          <a:prstGeom prst="roundRect">
            <a:avLst>
              <a:gd name="adj" fmla="val 17857"/>
            </a:avLst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7" name="Text 5"/>
          <p:cNvSpPr/>
          <p:nvPr/>
        </p:nvSpPr>
        <p:spPr>
          <a:xfrm>
            <a:off x="896112" y="2688336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СЛОЙ 3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2057400" y="25968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Сообщество</a:t>
            </a:r>
            <a:endParaRPr lang="en-US" sz="1550"/>
          </a:p>
        </p:txBody>
      </p:sp>
      <p:sp>
        <p:nvSpPr>
          <p:cNvPr id="9" name="Text 7"/>
          <p:cNvSpPr/>
          <p:nvPr/>
        </p:nvSpPr>
        <p:spPr>
          <a:xfrm>
            <a:off x="2057400" y="292608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Кто здесь свои? Лидеры, волонтёры, соседские связи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6172200" y="261518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err="1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Дешевле</a:t>
            </a:r>
            <a:r>
              <a:rPr lang="ru-RU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, но </a:t>
            </a:r>
            <a:r>
              <a:rPr lang="en-US" sz="950" err="1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дольше</a:t>
            </a: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ru-RU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развивается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640080" y="3584448"/>
            <a:ext cx="781812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12" name="Shape 10"/>
          <p:cNvSpPr/>
          <p:nvPr/>
        </p:nvSpPr>
        <p:spPr>
          <a:xfrm>
            <a:off x="896112" y="3822192"/>
            <a:ext cx="987552" cy="512064"/>
          </a:xfrm>
          <a:prstGeom prst="roundRect">
            <a:avLst>
              <a:gd name="adj" fmla="val 17857"/>
            </a:avLst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3" name="Text 11"/>
          <p:cNvSpPr/>
          <p:nvPr/>
        </p:nvSpPr>
        <p:spPr>
          <a:xfrm>
            <a:off x="896112" y="382219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СЛОЙ 2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2057400" y="37307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Программа</a:t>
            </a:r>
            <a:endParaRPr lang="en-US" sz="1550"/>
          </a:p>
        </p:txBody>
      </p:sp>
      <p:sp>
        <p:nvSpPr>
          <p:cNvPr id="15" name="Text 13"/>
          <p:cNvSpPr/>
          <p:nvPr/>
        </p:nvSpPr>
        <p:spPr>
          <a:xfrm>
            <a:off x="2057400" y="4059936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здесь происходит по расписанию? </a:t>
            </a:r>
            <a:br>
              <a:rPr lang="ru-RU" sz="11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</a:br>
            <a:r>
              <a:rPr lang="en-US" sz="11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События</a:t>
            </a:r>
            <a:r>
              <a:rPr lang="en-US" sz="11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, кружки, ритуалы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6172200" y="389534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Средние деньги, быстрый эффект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640080" y="4718304"/>
            <a:ext cx="781812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18" name="Shape 16"/>
          <p:cNvSpPr/>
          <p:nvPr/>
        </p:nvSpPr>
        <p:spPr>
          <a:xfrm>
            <a:off x="896112" y="4956048"/>
            <a:ext cx="987552" cy="512064"/>
          </a:xfrm>
          <a:prstGeom prst="roundRect">
            <a:avLst>
              <a:gd name="adj" fmla="val 17857"/>
            </a:avLst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9" name="Text 17"/>
          <p:cNvSpPr/>
          <p:nvPr/>
        </p:nvSpPr>
        <p:spPr>
          <a:xfrm>
            <a:off x="896112" y="4956048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СЛОЙ 1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2057400" y="4864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Пространство</a:t>
            </a:r>
            <a:endParaRPr lang="en-US" sz="1550"/>
          </a:p>
        </p:txBody>
      </p:sp>
      <p:sp>
        <p:nvSpPr>
          <p:cNvPr id="21" name="Text 19"/>
          <p:cNvSpPr/>
          <p:nvPr/>
        </p:nvSpPr>
        <p:spPr>
          <a:xfrm>
            <a:off x="2057400" y="519379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здесь стоит? Скамейки, свет, покрытие, туалеты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172200" y="488289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ru-RU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Дорого</a:t>
            </a: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; </a:t>
            </a:r>
            <a:r>
              <a:rPr lang="en-US" sz="950" err="1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без</a:t>
            </a: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ru-RU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 верхних</a:t>
            </a: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слоёв эффект выдыхается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8732520" y="2450592"/>
            <a:ext cx="2816352" cy="3383280"/>
          </a:xfrm>
          <a:prstGeom prst="roundRect">
            <a:avLst>
              <a:gd name="adj" fmla="val 4545"/>
            </a:avLst>
          </a:prstGeom>
          <a:solidFill>
            <a:srgbClr val="1B2A6E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24" name="Text 22"/>
          <p:cNvSpPr/>
          <p:nvPr/>
        </p:nvSpPr>
        <p:spPr>
          <a:xfrm>
            <a:off x="9006840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ПРИНЦИП PPS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9006840" y="307238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«Money Is</a:t>
            </a:r>
            <a:endParaRPr lang="en-US" sz="1800"/>
          </a:p>
          <a:p>
            <a:pPr marL="0" indent="0">
              <a:lnSpc>
                <a:spcPts val="2400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Not the Issue»</a:t>
            </a:r>
            <a:endParaRPr lang="en-US" sz="1800"/>
          </a:p>
        </p:txBody>
      </p:sp>
      <p:sp>
        <p:nvSpPr>
          <p:cNvPr id="26" name="Text 24"/>
          <p:cNvSpPr/>
          <p:nvPr/>
        </p:nvSpPr>
        <p:spPr>
          <a:xfrm>
            <a:off x="9006840" y="40690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Вовлечённость сообщества снижает издержки эффективнее, чем большой капитальный бюджет.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9006840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Project for Public Spaces</a:t>
            </a:r>
            <a:endParaRPr lang="en-US" sz="950"/>
          </a:p>
        </p:txBody>
      </p:sp>
      <p:sp>
        <p:nvSpPr>
          <p:cNvPr id="28" name="Text 26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30" name="Image 0" descr="assets/big-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ДАННЫЕ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en-US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говорят цифры</a:t>
            </a:r>
            <a:endParaRPr lang="en-US" sz="330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78608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5" name="Text 3"/>
          <p:cNvSpPr/>
          <p:nvPr/>
        </p:nvSpPr>
        <p:spPr>
          <a:xfrm>
            <a:off x="896112" y="22128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×3</a:t>
            </a:r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896112" y="30175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Доллар, вложенный в парк, возвращает городу минимум три доллара в год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896112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Trust for Public Land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3410712" y="1965960"/>
            <a:ext cx="2578608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9" name="Text 7"/>
          <p:cNvSpPr/>
          <p:nvPr/>
        </p:nvSpPr>
        <p:spPr>
          <a:xfrm>
            <a:off x="3666744" y="22128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5DADE2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71 %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3666744" y="30175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Ходят в парк за движением. Ещё 61% снимают там стресс, 46% проводят время с семьёй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3666744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Trust for Public Land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6181344" y="1965960"/>
            <a:ext cx="2578608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13" name="Text 11"/>
          <p:cNvSpPr/>
          <p:nvPr/>
        </p:nvSpPr>
        <p:spPr>
          <a:xfrm>
            <a:off x="6437376" y="22128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300 м</a:t>
            </a:r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6437376" y="30175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Столько должно быть до зелёного пространства от 1 га. Дальше люди просто не доходят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6437376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Европейское бюро ВОЗ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640080" y="4690872"/>
            <a:ext cx="10911535" cy="1234440"/>
          </a:xfrm>
          <a:prstGeom prst="roundRect">
            <a:avLst>
              <a:gd name="adj" fmla="val 10370"/>
            </a:avLst>
          </a:prstGeom>
          <a:solidFill>
            <a:srgbClr val="1B2A6E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21" name="Text 19"/>
          <p:cNvSpPr/>
          <p:nvPr/>
        </p:nvSpPr>
        <p:spPr>
          <a:xfrm>
            <a:off x="960120" y="4864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ПРАВИЛО 3–30–300 · НОРМАТИВ ЗЕЛЁНОЙ ДОСТУПНОСТИ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960120" y="51937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</a:t>
            </a:r>
            <a:endParaRPr lang="en-US" sz="2200"/>
          </a:p>
        </p:txBody>
      </p:sp>
      <p:sp>
        <p:nvSpPr>
          <p:cNvPr id="23" name="Text 21"/>
          <p:cNvSpPr/>
          <p:nvPr/>
        </p:nvSpPr>
        <p:spPr>
          <a:xfrm>
            <a:off x="1399032" y="51937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дерева видно из окна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4069080" y="51937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30%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4983480" y="520163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кроновое покрытие района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7178040" y="51937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300 м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8138160" y="5193792"/>
            <a:ext cx="309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до ближайшего зелёного пространства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31" name="Image 0" descr="assets/big-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ИСХОДНАЯ СИТУАЦИЯ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en-US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у нас на руках</a:t>
            </a:r>
            <a:endParaRPr lang="en-US" sz="330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A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1508760" y="20756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Обслуживает BI Green, не передан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1508760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10 объектов · 22 161 м²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640080" y="2862072"/>
            <a:ext cx="10911535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11" name="Shape 9"/>
          <p:cNvSpPr/>
          <p:nvPr/>
        </p:nvSpPr>
        <p:spPr>
          <a:xfrm>
            <a:off x="914400" y="3044952"/>
            <a:ext cx="402336" cy="402336"/>
          </a:xfrm>
          <a:prstGeom prst="ellipse">
            <a:avLst/>
          </a:prstGeom>
          <a:solidFill>
            <a:srgbClr val="5DAD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/>
          <p:nvPr/>
        </p:nvSpPr>
        <p:spPr>
          <a:xfrm>
            <a:off x="91440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1508760" y="29718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Передан 29.07–03.08.2026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1508760" y="3273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DADE2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7 объектов · 24 240 м²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640080" y="3758184"/>
            <a:ext cx="10911535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17" name="Shape 15"/>
          <p:cNvSpPr/>
          <p:nvPr/>
        </p:nvSpPr>
        <p:spPr>
          <a:xfrm>
            <a:off x="914400" y="3941064"/>
            <a:ext cx="402336" cy="40233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8" name="Text 16"/>
          <p:cNvSpPr/>
          <p:nvPr/>
        </p:nvSpPr>
        <p:spPr>
          <a:xfrm>
            <a:off x="91440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C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1508760" y="38679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Не передан и не обслуживается</a:t>
            </a:r>
            <a:endParaRPr lang="en-US" sz="1350"/>
          </a:p>
        </p:txBody>
      </p:sp>
      <p:sp>
        <p:nvSpPr>
          <p:cNvPr id="20" name="Text 18"/>
          <p:cNvSpPr/>
          <p:nvPr/>
        </p:nvSpPr>
        <p:spPr>
          <a:xfrm>
            <a:off x="1508760" y="4169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74C3C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7 объектов · 13 099 м²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640080" y="4654296"/>
            <a:ext cx="10911535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23" name="Shape 21"/>
          <p:cNvSpPr/>
          <p:nvPr/>
        </p:nvSpPr>
        <p:spPr>
          <a:xfrm>
            <a:off x="914400" y="4837176"/>
            <a:ext cx="402336" cy="40233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4" name="Text 22"/>
          <p:cNvSpPr/>
          <p:nvPr/>
        </p:nvSpPr>
        <p:spPr>
          <a:xfrm>
            <a:off x="914400" y="4837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D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1508760" y="47640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Передан городу</a:t>
            </a:r>
            <a:endParaRPr lang="en-US" sz="1350"/>
          </a:p>
        </p:txBody>
      </p:sp>
      <p:sp>
        <p:nvSpPr>
          <p:cNvPr id="26" name="Text 24"/>
          <p:cNvSpPr/>
          <p:nvPr/>
        </p:nvSpPr>
        <p:spPr>
          <a:xfrm>
            <a:off x="1508760" y="50657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8E44A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7 объектов · 34 620 м²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12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32" name="Image 0" descr="assets/big-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ПОДХОД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en-US" sz="3300" b="1" err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Три</a:t>
            </a:r>
            <a:r>
              <a:rPr lang="en-US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3300" b="1" err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типа</a:t>
            </a:r>
            <a:r>
              <a:rPr lang="ru-RU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аллей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Зарабатывает не </a:t>
            </a:r>
            <a:r>
              <a:rPr lang="en-US" sz="14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квадратный</a:t>
            </a:r>
            <a:r>
              <a:rPr lang="en-US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14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метр</a:t>
            </a:r>
            <a:r>
              <a:rPr lang="ru-RU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,</a:t>
            </a:r>
            <a:r>
              <a:rPr lang="en-US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ru-RU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а</a:t>
            </a:r>
            <a:r>
              <a:rPr lang="en-US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трафик, а трафик делает программа. Поэтому у каждого типа своё меню: сначала активности, потом коммерция.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3429000" cy="352044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6" name="Shape 4"/>
          <p:cNvSpPr/>
          <p:nvPr/>
        </p:nvSpPr>
        <p:spPr>
          <a:xfrm>
            <a:off x="896112" y="2633472"/>
            <a:ext cx="457200" cy="457200"/>
          </a:xfrm>
          <a:prstGeom prst="ellipse">
            <a:avLst/>
          </a:prstGeom>
          <a:solidFill>
            <a:srgbClr val="5DAD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7" name="Text 5"/>
          <p:cNvSpPr/>
          <p:nvPr/>
        </p:nvSpPr>
        <p:spPr>
          <a:xfrm>
            <a:off x="896112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Т1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463040" y="26334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Транзитная аллея</a:t>
            </a:r>
            <a:endParaRPr lang="en-US" sz="1450"/>
          </a:p>
        </p:txBody>
      </p:sp>
      <p:sp>
        <p:nvSpPr>
          <p:cNvPr id="9" name="Text 7"/>
          <p:cNvSpPr/>
          <p:nvPr/>
        </p:nvSpPr>
        <p:spPr>
          <a:xfrm>
            <a:off x="896112" y="31821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b="1">
                <a:solidFill>
                  <a:srgbClr val="5DADE2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до 1 000 м² · 6 объектов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896112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Вендинг · спонсорство · навигация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896112" y="5120640"/>
            <a:ext cx="2926080" cy="566928"/>
          </a:xfrm>
          <a:prstGeom prst="roundRect">
            <a:avLst>
              <a:gd name="adj" fmla="val 14516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3" name="Text 11"/>
          <p:cNvSpPr/>
          <p:nvPr/>
        </p:nvSpPr>
        <p:spPr>
          <a:xfrm>
            <a:off x="1042416" y="51206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Цель покрытия OPEX: </a:t>
            </a:r>
            <a:r>
              <a:rPr lang="en-US" sz="1300" b="1">
                <a:solidFill>
                  <a:srgbClr val="5DADE2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10–30%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343400" y="2395728"/>
            <a:ext cx="3429000" cy="352044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15" name="Shape 13"/>
          <p:cNvSpPr/>
          <p:nvPr/>
        </p:nvSpPr>
        <p:spPr>
          <a:xfrm>
            <a:off x="4599432" y="2633472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6" name="Text 14"/>
          <p:cNvSpPr/>
          <p:nvPr/>
        </p:nvSpPr>
        <p:spPr>
          <a:xfrm>
            <a:off x="4599432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Т2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5166360" y="26334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err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Активная</a:t>
            </a:r>
            <a:r>
              <a:rPr lang="en-US" sz="14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1450" b="1" err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аллея</a:t>
            </a:r>
            <a:r>
              <a:rPr lang="ru-RU" sz="14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/ </a:t>
            </a:r>
            <a:r>
              <a:rPr lang="ru-RU" sz="1450" b="1" err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Плейхаб</a:t>
            </a:r>
            <a:endParaRPr lang="en-US" sz="1450"/>
          </a:p>
        </p:txBody>
      </p:sp>
      <p:sp>
        <p:nvSpPr>
          <p:cNvPr id="18" name="Text 16"/>
          <p:cNvSpPr/>
          <p:nvPr/>
        </p:nvSpPr>
        <p:spPr>
          <a:xfrm>
            <a:off x="4599432" y="31821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b="1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1 000–7 000 м² · 24 объекта · ядро портфеля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4599432" y="3602736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Районная ось. Один коммерческий якорь, еженедельный ритм событий, 6–8</a:t>
            </a:r>
            <a:r>
              <a:rPr lang="ru-RU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больших</a:t>
            </a: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ru-RU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активностей</a:t>
            </a: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за сезон.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4599432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НТО-аренда · ярмарки · секции · реклама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4599432" y="5120640"/>
            <a:ext cx="2926080" cy="566928"/>
          </a:xfrm>
          <a:prstGeom prst="roundRect">
            <a:avLst>
              <a:gd name="adj" fmla="val 14516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2" name="Text 20"/>
          <p:cNvSpPr/>
          <p:nvPr/>
        </p:nvSpPr>
        <p:spPr>
          <a:xfrm>
            <a:off x="4745736" y="51206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Цель покрытия OPEX: </a:t>
            </a:r>
            <a:r>
              <a:rPr lang="en-US" sz="1300" b="1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40–70%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8046720" y="2395728"/>
            <a:ext cx="3429000" cy="352044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24" name="Shape 22"/>
          <p:cNvSpPr/>
          <p:nvPr/>
        </p:nvSpPr>
        <p:spPr>
          <a:xfrm>
            <a:off x="8302752" y="2633472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5" name="Text 23"/>
          <p:cNvSpPr/>
          <p:nvPr/>
        </p:nvSpPr>
        <p:spPr>
          <a:xfrm>
            <a:off x="8302752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Т3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8869680" y="26334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</a:t>
            </a:r>
            <a:r>
              <a:rPr lang="en-US" sz="1450" b="1" err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квер</a:t>
            </a:r>
            <a:endParaRPr lang="en-US" sz="1450"/>
          </a:p>
        </p:txBody>
      </p:sp>
      <p:sp>
        <p:nvSpPr>
          <p:cNvPr id="27" name="Text 25"/>
          <p:cNvSpPr/>
          <p:nvPr/>
        </p:nvSpPr>
        <p:spPr>
          <a:xfrm>
            <a:off x="8302752" y="31821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b="1" err="1">
                <a:solidFill>
                  <a:srgbClr val="E67E22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</a:t>
            </a:r>
            <a:r>
              <a:rPr lang="en-US" sz="950" b="1">
                <a:solidFill>
                  <a:srgbClr val="E67E22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950" b="1" err="1">
                <a:solidFill>
                  <a:srgbClr val="E67E22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функции</a:t>
            </a:r>
            <a:endParaRPr lang="en-US" sz="950"/>
          </a:p>
        </p:txBody>
      </p:sp>
      <p:sp>
        <p:nvSpPr>
          <p:cNvPr id="28" name="Text 26"/>
          <p:cNvSpPr/>
          <p:nvPr/>
        </p:nvSpPr>
        <p:spPr>
          <a:xfrm>
            <a:off x="8302752" y="3602736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Событийное </a:t>
            </a:r>
            <a:r>
              <a:rPr lang="en-US" sz="105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ядро</a:t>
            </a: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ru-RU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района</a:t>
            </a: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. </a:t>
            </a:r>
            <a:br>
              <a:rPr lang="ru-RU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</a:br>
            <a:r>
              <a:rPr lang="en-US" sz="105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Единственный</a:t>
            </a: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тип, который живёт круглый год: летом фестивали, зимой каток.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8302752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err="1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Всё</a:t>
            </a:r>
            <a:r>
              <a:rPr lang="en-US" sz="95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+ </a:t>
            </a:r>
            <a:r>
              <a:rPr lang="ru-RU" sz="95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крупные </a:t>
            </a:r>
            <a:r>
              <a:rPr lang="en-US" sz="950" err="1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события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8302752" y="5120640"/>
            <a:ext cx="2926080" cy="566928"/>
          </a:xfrm>
          <a:prstGeom prst="roundRect">
            <a:avLst>
              <a:gd name="adj" fmla="val 14516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1" name="Text 29"/>
          <p:cNvSpPr/>
          <p:nvPr/>
        </p:nvSpPr>
        <p:spPr>
          <a:xfrm>
            <a:off x="8449056" y="51206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Цель покрытия OPEX: </a:t>
            </a:r>
            <a:r>
              <a:rPr lang="en-US" sz="1300" b="1">
                <a:solidFill>
                  <a:srgbClr val="E67E22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70–100%+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15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34" name="Image 0" descr="assets/big-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МОНЕТИЗАЦИЯ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en-US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На чём зарабатывает территория</a:t>
            </a:r>
            <a:endParaRPr lang="en-US" sz="330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438068"/>
              </p:ext>
            </p:extLst>
          </p:nvPr>
        </p:nvGraphicFramePr>
        <p:xfrm>
          <a:off x="640080" y="1828800"/>
          <a:ext cx="10908792" cy="281635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0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Инструмент</a:t>
                      </a:r>
                      <a:endParaRPr lang="en-US" sz="10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Т1</a:t>
                      </a:r>
                      <a:endParaRPr lang="en-US" sz="10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Т2</a:t>
                      </a:r>
                      <a:endParaRPr lang="en-US" sz="10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Т3</a:t>
                      </a:r>
                      <a:endParaRPr lang="en-US" sz="10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Комментарий</a:t>
                      </a:r>
                      <a:endParaRPr lang="en-US" sz="10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Спонсорство объектов (adopt-a-*)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9FE3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•</a:t>
                      </a:r>
                      <a:endParaRPr lang="en-US" sz="16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9FE3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•</a:t>
                      </a:r>
                      <a:endParaRPr lang="en-US" sz="16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9FE3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•</a:t>
                      </a:r>
                      <a:endParaRPr lang="en-US" sz="16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Локальный бизнес, годовые пакеты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Реклама и digital-экраны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—</a:t>
                      </a:r>
                      <a:endParaRPr lang="en-US" sz="9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9FE3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•</a:t>
                      </a:r>
                      <a:endParaRPr lang="en-US" sz="16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9FE3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•</a:t>
                      </a:r>
                      <a:endParaRPr lang="en-US" sz="16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err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Зависит</a:t>
                      </a: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 </a:t>
                      </a:r>
                      <a:r>
                        <a:rPr lang="en-US" sz="1000" err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от</a:t>
                      </a: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 </a:t>
                      </a:r>
                      <a:r>
                        <a:rPr lang="en-US" sz="1000" err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юрстатуса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НТО-аренда: фикс + % с оборота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—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9FE3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•</a:t>
                      </a:r>
                      <a:endParaRPr lang="en-US" sz="16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9FE3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•</a:t>
                      </a:r>
                      <a:endParaRPr lang="en-US" sz="16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П</a:t>
                      </a:r>
                      <a:r>
                        <a:rPr lang="en-US" sz="1000" err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авильон</a:t>
                      </a:r>
                      <a:r>
                        <a:rPr lang="ru-RU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ы</a:t>
                      </a: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 </a:t>
                      </a:r>
                      <a:r>
                        <a:rPr lang="ru-RU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от</a:t>
                      </a: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 </a:t>
                      </a:r>
                      <a:r>
                        <a:rPr lang="en-US" sz="1000" err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арендатор</a:t>
                      </a:r>
                      <a:r>
                        <a:rPr lang="ru-RU" sz="1000" err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ов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Ярмарки – сбор с партнеров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—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9FE3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•</a:t>
                      </a:r>
                      <a:endParaRPr lang="en-US" sz="16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9FE3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•</a:t>
                      </a:r>
                      <a:endParaRPr lang="en-US" sz="16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% </a:t>
                      </a:r>
                      <a:r>
                        <a:rPr lang="ru-RU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от оборота, либо фиксированная аренда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Кикшеринг </a:t>
                      </a:r>
                      <a:r>
                        <a:rPr lang="en-US" sz="1000" b="1" err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и</a:t>
                      </a: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 </a:t>
                      </a:r>
                      <a:r>
                        <a:rPr lang="en-US" sz="1000" b="1" err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прокат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—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9FE3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•</a:t>
                      </a:r>
                      <a:endParaRPr lang="en-US" sz="16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9FE3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•</a:t>
                      </a:r>
                      <a:endParaRPr lang="en-US" sz="16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Слоты операторов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Зимняя активация: каток, прокат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—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9FE3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•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9FE3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•</a:t>
                      </a:r>
                      <a:endParaRPr lang="en-US" sz="16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Аренда площадей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Спонсор года / нейминг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—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09FE3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•</a:t>
                      </a:r>
                      <a:endParaRPr lang="en-US" sz="9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9FE3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•</a:t>
                      </a:r>
                      <a:endParaRPr lang="en-US" sz="16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Один якорный партнёр на объект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9286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ru-RU" sz="1100" b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Важно! </a:t>
            </a:r>
            <a:br>
              <a:rPr lang="ru-RU" sz="11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</a:br>
            <a:r>
              <a:rPr lang="en-US" sz="11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</a:t>
            </a:r>
            <a:r>
              <a:rPr lang="en-US" sz="11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каждом договоре с оператором квота бесплатных часов </a:t>
            </a:r>
            <a:r>
              <a:rPr lang="en-US" sz="11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для</a:t>
            </a:r>
            <a:r>
              <a:rPr lang="en-US" sz="11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11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жителей</a:t>
            </a:r>
            <a:r>
              <a:rPr lang="en-US" sz="11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. </a:t>
            </a:r>
            <a:endParaRPr lang="ru-RU" sz="1100">
              <a:solidFill>
                <a:srgbClr val="4A5468"/>
              </a:solidFill>
              <a:latin typeface="Gotham" pitchFamily="34" charset="0"/>
              <a:ea typeface="Gotham" pitchFamily="34" charset="-122"/>
              <a:cs typeface="Gotham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16</a:t>
            </a:r>
            <a:endParaRPr lang="en-US" sz="1000"/>
          </a:p>
        </p:txBody>
      </p:sp>
      <p:sp>
        <p:nvSpPr>
          <p:cNvPr id="7" name="Text 4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8" name="Image 0" descr="assets/big-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ЦЕЛЬ ПИЛОТА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en-US" sz="33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Чего хотим </a:t>
            </a:r>
            <a:r>
              <a:rPr lang="en-US" sz="3300" b="1" err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от</a:t>
            </a:r>
            <a:r>
              <a:rPr lang="en-US" sz="33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3300" b="1" err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пилота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ru-RU" sz="14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</a:t>
            </a:r>
            <a:r>
              <a:rPr lang="en-US" sz="1400" err="1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илот</a:t>
            </a:r>
            <a:r>
              <a:rPr lang="en-US" sz="14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удался, если территория окупает своё содержание, а жители начинают чаще рекомендовать </a:t>
            </a:r>
            <a:r>
              <a:rPr lang="en-US" sz="1400" err="1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свой</a:t>
            </a:r>
            <a:r>
              <a:rPr lang="en-US" sz="14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1400" err="1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двор</a:t>
            </a:r>
            <a:r>
              <a:rPr lang="ru-RU" sz="14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(влияние на </a:t>
            </a:r>
            <a:r>
              <a:rPr lang="en-US" sz="14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NPS</a:t>
            </a:r>
            <a:r>
              <a:rPr lang="ru-RU" sz="140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)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640080" y="2487168"/>
            <a:ext cx="5312664" cy="1575381"/>
          </a:xfrm>
          <a:prstGeom prst="roundRect">
            <a:avLst>
              <a:gd name="adj" fmla="val 5385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932688" y="27432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7FD8A5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ФИНАНСОВАЯ ЦЕЛЬ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932688" y="305409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7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Территория окупает своё содержание</a:t>
            </a:r>
            <a:endParaRPr lang="en-US" sz="1700"/>
          </a:p>
        </p:txBody>
      </p:sp>
      <p:sp>
        <p:nvSpPr>
          <p:cNvPr id="9" name="Shape 7"/>
          <p:cNvSpPr/>
          <p:nvPr/>
        </p:nvSpPr>
        <p:spPr>
          <a:xfrm>
            <a:off x="6236208" y="2487168"/>
            <a:ext cx="5312664" cy="1575381"/>
          </a:xfrm>
          <a:prstGeom prst="roundRect">
            <a:avLst>
              <a:gd name="adj" fmla="val 5385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0" name="Text 8"/>
          <p:cNvSpPr/>
          <p:nvPr/>
        </p:nvSpPr>
        <p:spPr>
          <a:xfrm>
            <a:off x="6528816" y="27432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СТРАТЕГИЧЕСКАЯ ЦЕЛЬ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6528816" y="305409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7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NPS жителей и ценность м²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13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FA0C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17" name="Image 0" descr="assets/big-life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6BF0EBDE-2CCA-E0E1-0415-CBF94D5F1F3B}"/>
              </a:ext>
            </a:extLst>
          </p:cNvPr>
          <p:cNvSpPr/>
          <p:nvPr/>
        </p:nvSpPr>
        <p:spPr>
          <a:xfrm>
            <a:off x="637337" y="4505379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ru-RU" b="1">
                <a:solidFill>
                  <a:schemeClr val="bg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Главное ограничение</a:t>
            </a:r>
            <a:r>
              <a:rPr lang="en-US" b="1">
                <a:solidFill>
                  <a:schemeClr val="bg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: </a:t>
            </a:r>
            <a:r>
              <a:rPr lang="ru-RU" b="1">
                <a:solidFill>
                  <a:schemeClr val="bg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</a:t>
            </a:r>
            <a:r>
              <a:rPr lang="en-US" b="1">
                <a:solidFill>
                  <a:schemeClr val="bg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b="1" err="1">
                <a:solidFill>
                  <a:schemeClr val="bg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зимних</a:t>
            </a:r>
            <a:r>
              <a:rPr lang="en-US" b="1">
                <a:solidFill>
                  <a:schemeClr val="bg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b="1" err="1">
                <a:solidFill>
                  <a:schemeClr val="bg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месяцев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D60393F3-4359-BCCC-43A2-1177E10DDAB4}"/>
              </a:ext>
            </a:extLst>
          </p:cNvPr>
          <p:cNvSpPr/>
          <p:nvPr/>
        </p:nvSpPr>
        <p:spPr>
          <a:xfrm>
            <a:off x="637337" y="5033949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400">
                <a:solidFill>
                  <a:schemeClr val="bg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Зимой трафик проседает на 70–90%. </a:t>
            </a:r>
            <a:br>
              <a:rPr lang="en-US" sz="1400">
                <a:solidFill>
                  <a:schemeClr val="bg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</a:br>
            <a:r>
              <a:rPr lang="en-US" sz="1400">
                <a:solidFill>
                  <a:schemeClr val="bg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Расходы при этом никуда не деваются: на место полива и покоса приходит снегоуборка. </a:t>
            </a:r>
            <a:endParaRPr lang="en-US" sz="1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ПЕРИМЕТР · ШОРТ-ЛИСТ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ru-RU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Два пилота: Гранд Туран и Nexpo Юнион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Озеленение — из реестра, общая площадь — обмер по спутнику от 18.08.2026. У Nexpo Юнион общая площадь пока оценочная, а сам объект не передан и не обслуживается: замер и юрстатус — первые задачи спринта.</a:t>
            </a:r>
            <a:endParaRPr lang="en-US" sz="140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001698"/>
              </p:ext>
            </p:extLst>
          </p:nvPr>
        </p:nvGraphicFramePr>
        <p:xfrm>
          <a:off x="640080" y="2331720"/>
          <a:ext cx="10908792" cy="300380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Объект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Тип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Гр.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Упр.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Озеленение, м²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Общая, м² (факт)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Роль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95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1. Аллея Гранд Туран Комфорт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Активная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A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4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2 300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7 059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err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Пилот · контур 1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95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2. Аллея Nexpo Юнион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Активная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C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—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2 419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~4 200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err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Пилот · контур 2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950" b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Аллея Хедлайнер Эксклюзив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Активная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A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2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4 000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4 100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 err="1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Резерв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950" b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Аллея ЖК Flora 1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Транзитная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A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2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338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1 512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 err="1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Резерв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950" b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Аллея ЖК Flora 2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Транзитная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A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2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338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1 210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 err="1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Резерв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Аура Аллея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4A5572"/>
                          </a:solidFill>
                          <a:latin typeface="Gotham" pitchFamily="34" charset="0"/>
                          <a:ea typeface="Gotham"/>
                        </a:rPr>
                        <a:t>Транзитная</a:t>
                      </a:r>
                      <a:endParaRPr lang="en-US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A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2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800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1 415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Резерв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Аллея Nexpo Классик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4A5572"/>
                          </a:solidFill>
                          <a:latin typeface="Gotham" pitchFamily="34" charset="0"/>
                          <a:ea typeface="Gotham"/>
                        </a:rPr>
                        <a:t>Активная</a:t>
                      </a:r>
                      <a:endParaRPr lang="en-US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A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1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6 200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10 805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err="1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Резерв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Шорт-лист: 9 объектов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3 Т1 · 5 Т2 · 1 Т3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20 480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~36 258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22</a:t>
            </a:r>
            <a:endParaRPr lang="en-US" sz="1000"/>
          </a:p>
        </p:txBody>
      </p:sp>
      <p:sp>
        <p:nvSpPr>
          <p:cNvPr id="7" name="Text 4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8" name="Image 0" descr="assets/big-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ПЕРИМЕТР ПИЛОТА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ru-RU" sz="3300" b="1">
                <a:solidFill>
                  <a:srgbClr val="1B2A6E"/>
                </a:solidFill>
                <a:latin typeface="Gotham" pitchFamily="34" charset="0"/>
                <a:cs typeface="Gotham" pitchFamily="34" charset="-120"/>
              </a:rPr>
              <a:t>Два контура: Гранд Туран и Nexpo Юнион</a:t>
            </a:r>
            <a:endParaRPr lang="en-US" sz="3300"/>
          </a:p>
        </p:txBody>
      </p:sp>
      <p:sp>
        <p:nvSpPr>
          <p:cNvPr id="5" name="Shape 3"/>
          <p:cNvSpPr/>
          <p:nvPr/>
        </p:nvSpPr>
        <p:spPr>
          <a:xfrm>
            <a:off x="626503" y="1417320"/>
            <a:ext cx="5321808" cy="205740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6" name="Shape 4"/>
          <p:cNvSpPr/>
          <p:nvPr/>
        </p:nvSpPr>
        <p:spPr>
          <a:xfrm>
            <a:off x="882534" y="1655064"/>
            <a:ext cx="2238975" cy="310896"/>
          </a:xfrm>
          <a:prstGeom prst="roundRect">
            <a:avLst>
              <a:gd name="adj" fmla="val 26471"/>
            </a:avLst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7" name="Text 5"/>
          <p:cNvSpPr/>
          <p:nvPr/>
        </p:nvSpPr>
        <p:spPr>
          <a:xfrm>
            <a:off x="882535" y="1655064"/>
            <a:ext cx="22389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kern="0" spc="15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Всесезонные активности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82535" y="205740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Гранд Туран Комфорт</a:t>
            </a:r>
            <a:endParaRPr lang="en-US" sz="1450"/>
          </a:p>
        </p:txBody>
      </p:sp>
      <p:sp>
        <p:nvSpPr>
          <p:cNvPr id="9" name="Text 7"/>
          <p:cNvSpPr/>
          <p:nvPr/>
        </p:nvSpPr>
        <p:spPr>
          <a:xfrm>
            <a:off x="882535" y="238658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2 300 м² озеленения · 7 059 м² общей · Управление 4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871105" y="27157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Самая насыщенная аллея портфеля: активы на 129 млн тг — покрытия ~5 200 м², десять игровых комплексов, 27 скамеек. Модель активной аллеи: якорь, ярмарки, секции.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6222631" y="1417320"/>
            <a:ext cx="5321808" cy="205740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12" name="Shape 10"/>
          <p:cNvSpPr/>
          <p:nvPr/>
        </p:nvSpPr>
        <p:spPr>
          <a:xfrm>
            <a:off x="6478663" y="1655064"/>
            <a:ext cx="960120" cy="310896"/>
          </a:xfrm>
          <a:prstGeom prst="roundRect">
            <a:avLst>
              <a:gd name="adj" fmla="val 26471"/>
            </a:avLst>
          </a:prstGeom>
          <a:solidFill>
            <a:srgbClr val="5DAD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3" name="Text 11"/>
          <p:cNvSpPr/>
          <p:nvPr/>
        </p:nvSpPr>
        <p:spPr>
          <a:xfrm>
            <a:off x="6478663" y="16550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kern="0" spc="150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Спорт и зима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6478663" y="205740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Аллея Nexpo Юнион</a:t>
            </a:r>
            <a:endParaRPr lang="en-US" sz="1450"/>
          </a:p>
        </p:txBody>
      </p:sp>
      <p:sp>
        <p:nvSpPr>
          <p:cNvPr id="15" name="Text 13"/>
          <p:cNvSpPr/>
          <p:nvPr/>
        </p:nvSpPr>
        <p:spPr>
          <a:xfrm>
            <a:off x="6478663" y="238658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5DADE2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2 419 м² озеленения · ~4 200 м² общей · группа C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6467233" y="27157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Спортивное ядро портфеля: комплекс со скалодромом за 42 млн, воркаут, теннисный стол, 54 светильника. Активы 73,4 млн тг. Не передан и не обслуживается — юрстатус проверяем первым.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24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22" name="Image 0" descr="assets/big-life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  <p:sp>
        <p:nvSpPr>
          <p:cNvPr id="24" name="Text 3">
            <a:extLst>
              <a:ext uri="{FF2B5EF4-FFF2-40B4-BE49-F238E27FC236}">
                <a16:creationId xmlns:a16="http://schemas.microsoft.com/office/drawing/2014/main" id="{4816D1E6-F4B4-82D0-1789-1986681D32D9}"/>
              </a:ext>
            </a:extLst>
          </p:cNvPr>
          <p:cNvSpPr/>
          <p:nvPr/>
        </p:nvSpPr>
        <p:spPr>
          <a:xfrm>
            <a:off x="640080" y="6053328"/>
            <a:ext cx="5321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Гранд Туран  ·  обмер 7 059 м², контур по спутнику</a:t>
            </a:r>
            <a:endParaRPr lang="en-US" sz="1000"/>
          </a:p>
        </p:txBody>
      </p:sp>
      <p:pic>
        <p:nvPicPr>
          <p:cNvPr id="25" name="Picture 24" descr="sat-gt-wi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639312"/>
            <a:ext cx="5321808" cy="237744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227064" y="3639312"/>
            <a:ext cx="5321808" cy="2377440"/>
          </a:xfrm>
          <a:prstGeom prst="roundRect">
            <a:avLst>
              <a:gd name="adj" fmla="val 3000"/>
            </a:avLst>
          </a:prstGeom>
          <a:solidFill>
            <a:srgbClr val="1B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292608" tIns="256032"/>
          <a:lstStyle/>
          <a:p>
            <a:pPr algn="l"/>
            <a:r>
              <a:rPr sz="900" b="1">
                <a:solidFill>
                  <a:srgbClr val="6FCBF1"/>
                </a:solidFill>
                <a:latin typeface="Gotham Pro"/>
              </a:rPr>
              <a:t>NEXPO ЮНИОН · СНИМКА ПОКА НЕТ</a:t>
            </a:r>
          </a:p>
          <a:p>
            <a:pPr algn="l">
              <a:lnSpc>
                <a:spcPts val="1500"/>
              </a:lnSpc>
              <a:spcBef>
                <a:spcPts val="1000"/>
              </a:spcBef>
            </a:pPr>
            <a:r>
              <a:rPr sz="1050">
                <a:solidFill>
                  <a:srgbClr val="FFFFFF"/>
                </a:solidFill>
                <a:latin typeface="Gotham Pro"/>
              </a:rPr>
              <a:t>Объект не попал в съёмку 18.08.2026: обмер и снимок делаем в нулевом спринте. Пока в модели оценка ~4 200 м² по аналогу Nexpo Классик; нижняя граница по контурам корпусов — 2 634 м².</a:t>
            </a:r>
          </a:p>
          <a:p>
            <a:pPr algn="l">
              <a:spcBef>
                <a:spcPts val="1000"/>
              </a:spcBef>
            </a:pPr>
            <a:r>
              <a:rPr sz="950">
                <a:solidFill>
                  <a:srgbClr val="9FB0D4"/>
                </a:solidFill>
                <a:latin typeface="Gotham Pro"/>
              </a:rPr>
              <a:t>пр. Мангилик Ел, между домами 59 и 61 · район Есиль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ПЕРИМЕТР · АКТИВЫ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en-US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уже стоит на этих аллеях</a:t>
            </a:r>
            <a:endParaRPr lang="en-US" sz="330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494401"/>
              </p:ext>
            </p:extLst>
          </p:nvPr>
        </p:nvGraphicFramePr>
        <p:xfrm>
          <a:off x="640080" y="1755648"/>
          <a:ext cx="10908792" cy="2557272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Объект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Площади, м²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Активы, млн тг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Что на балансе (по справке)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Аллея Хедлайнер Эксклюзив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14213D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4 000 / 4 100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14213D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—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справка запрошена у застройщика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Аллея ЖК Flora 1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14213D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338 / 1 512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14213D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42,1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брусчатка, 1 696 растений, 10 скамеек, 20 фонарей, гирлянда 300 м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Аллея ЖК Flora 2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14213D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338 / 1 210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14213D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30,1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брусчатка, 1 121 растение, 8 скамеек, 20 фонарей, гирлянда 480 м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Аллея Nexpo Классик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14213D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6 200 / 10 805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14213D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135,4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детское ядро: две горки, батут, карусель; автополив; земля 0,37 га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Аллея Гранд Туран Комфорт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14213D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2 300 / 7 059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14213D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129,1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покрытия ~5 200 м², десять игровых комплексов, 27 скамеек, 23 опоры света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Аллея Nexpo Юнион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14213D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2 419 / ~4 200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14213D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73,4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комплекс со скалодромом за 42 млн, воркаут, теннис, 54 светильника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Аура Аллея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14213D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800 / 1 415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0">
                          <a:solidFill>
                            <a:srgbClr val="14213D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60,3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0">
                          <a:solidFill>
                            <a:srgbClr val="4A5572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брусчатка 2 000 м², 2 268 растений, 11 скамеек, гирлянда 250 м</a:t>
                      </a:r>
                      <a:endParaRPr lang="en-US" sz="9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23</a:t>
            </a:r>
            <a:endParaRPr lang="en-US" sz="1000"/>
          </a:p>
        </p:txBody>
      </p:sp>
      <p:sp>
        <p:nvSpPr>
          <p:cNvPr id="7" name="Text 4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8" name="Image 0" descr="assets/big-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ДОРОЖНАЯ КАРТА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ru-RU" sz="3300" b="1">
                <a:solidFill>
                  <a:srgbClr val="1B2A6E"/>
                </a:solidFill>
                <a:latin typeface="Gotham" pitchFamily="34" charset="0"/>
                <a:cs typeface="Gotham" pitchFamily="34" charset="-120"/>
              </a:rPr>
              <a:t>Дальнейшие шаги</a:t>
            </a:r>
            <a:endParaRPr lang="en-US" sz="3300"/>
          </a:p>
        </p:txBody>
      </p:sp>
      <p:sp>
        <p:nvSpPr>
          <p:cNvPr id="5" name="Shape 3"/>
          <p:cNvSpPr/>
          <p:nvPr/>
        </p:nvSpPr>
        <p:spPr>
          <a:xfrm>
            <a:off x="640080" y="1673353"/>
            <a:ext cx="3429000" cy="34290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896112" y="1856233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01</a:t>
            </a:r>
            <a:endParaRPr lang="en-US" sz="2600"/>
          </a:p>
        </p:txBody>
      </p:sp>
      <p:sp>
        <p:nvSpPr>
          <p:cNvPr id="7" name="Text 5"/>
          <p:cNvSpPr/>
          <p:nvPr/>
        </p:nvSpPr>
        <p:spPr>
          <a:xfrm>
            <a:off x="896112" y="2350009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Юридический аудит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914400" y="3090673"/>
            <a:ext cx="82296" cy="82296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0" name="Text 8"/>
          <p:cNvSpPr/>
          <p:nvPr/>
        </p:nvSpPr>
        <p:spPr>
          <a:xfrm>
            <a:off x="1097280" y="2999233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Статус земли двух аллей: чья, какой режим; Nexpo Юнион ещё не передан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914400" y="3749041"/>
            <a:ext cx="82296" cy="82296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/>
          <p:nvPr/>
        </p:nvSpPr>
        <p:spPr>
          <a:xfrm>
            <a:off x="1097280" y="3657601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Что можно сдавать: НТО, аренда, реклама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914400" y="4407409"/>
            <a:ext cx="82296" cy="82296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4" name="Text 12"/>
          <p:cNvSpPr/>
          <p:nvPr/>
        </p:nvSpPr>
        <p:spPr>
          <a:xfrm>
            <a:off x="1097280" y="4315969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Mobile food и летние площадки: схема размещения, СанПиН, правила благоустройства Астаны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343400" y="1673353"/>
            <a:ext cx="3429000" cy="34290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16" name="Text 14"/>
          <p:cNvSpPr/>
          <p:nvPr/>
        </p:nvSpPr>
        <p:spPr>
          <a:xfrm>
            <a:off x="4599432" y="1856233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02</a:t>
            </a:r>
            <a:endParaRPr lang="en-US" sz="2600"/>
          </a:p>
        </p:txBody>
      </p:sp>
      <p:sp>
        <p:nvSpPr>
          <p:cNvPr id="17" name="Text 15"/>
          <p:cNvSpPr/>
          <p:nvPr/>
        </p:nvSpPr>
        <p:spPr>
          <a:xfrm>
            <a:off x="4599432" y="2350009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Бюджет содержания</a:t>
            </a:r>
            <a:endParaRPr lang="en-US" sz="1350"/>
          </a:p>
        </p:txBody>
      </p:sp>
      <p:sp>
        <p:nvSpPr>
          <p:cNvPr id="19" name="Shape 17"/>
          <p:cNvSpPr/>
          <p:nvPr/>
        </p:nvSpPr>
        <p:spPr>
          <a:xfrm>
            <a:off x="4617720" y="3090673"/>
            <a:ext cx="82296" cy="82296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0" name="Text 18"/>
          <p:cNvSpPr/>
          <p:nvPr/>
        </p:nvSpPr>
        <p:spPr>
          <a:xfrm>
            <a:off x="4800600" y="2999233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ru-RU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Помесячные просчеты </a:t>
            </a: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OPEX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4617720" y="3749041"/>
            <a:ext cx="82296" cy="82296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2" name="Text 20"/>
          <p:cNvSpPr/>
          <p:nvPr/>
        </p:nvSpPr>
        <p:spPr>
          <a:xfrm>
            <a:off x="4800600" y="3657601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Лист «Бюджет пилота» в Excel-модели: формулы от нормативов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4617720" y="4407409"/>
            <a:ext cx="82296" cy="82296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4" name="Text 22"/>
          <p:cNvSpPr/>
          <p:nvPr/>
        </p:nvSpPr>
        <p:spPr>
          <a:xfrm>
            <a:off x="4800600" y="4315969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Утвердить с Управлением 4 и балансодержателем Nexpo Юнион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8046720" y="1673353"/>
            <a:ext cx="3429000" cy="34290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26" name="Text 24"/>
          <p:cNvSpPr/>
          <p:nvPr/>
        </p:nvSpPr>
        <p:spPr>
          <a:xfrm>
            <a:off x="8302752" y="1856233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03</a:t>
            </a:r>
            <a:endParaRPr lang="en-US" sz="2600"/>
          </a:p>
        </p:txBody>
      </p:sp>
      <p:sp>
        <p:nvSpPr>
          <p:cNvPr id="27" name="Text 25"/>
          <p:cNvSpPr/>
          <p:nvPr/>
        </p:nvSpPr>
        <p:spPr>
          <a:xfrm>
            <a:off x="8302752" y="2350009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Операторы зимы</a:t>
            </a:r>
            <a:endParaRPr lang="en-US" sz="1350"/>
          </a:p>
        </p:txBody>
      </p:sp>
      <p:sp>
        <p:nvSpPr>
          <p:cNvPr id="29" name="Shape 27"/>
          <p:cNvSpPr/>
          <p:nvPr/>
        </p:nvSpPr>
        <p:spPr>
          <a:xfrm>
            <a:off x="8321040" y="3090673"/>
            <a:ext cx="82296" cy="82296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0" name="Text 28"/>
          <p:cNvSpPr/>
          <p:nvPr/>
        </p:nvSpPr>
        <p:spPr>
          <a:xfrm>
            <a:off x="8503920" y="2999233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Встречи с арендаторами: кофе, ярмарки, секции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8321040" y="3749041"/>
            <a:ext cx="82296" cy="82296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2" name="Text 30"/>
          <p:cNvSpPr/>
          <p:nvPr/>
        </p:nvSpPr>
        <p:spPr>
          <a:xfrm>
            <a:off x="8503920" y="3657601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Катки и зимние парки: короткий список операторов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8321040" y="4407409"/>
            <a:ext cx="82296" cy="82296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4" name="Text 32"/>
          <p:cNvSpPr/>
          <p:nvPr/>
        </p:nvSpPr>
        <p:spPr>
          <a:xfrm>
            <a:off x="8503920" y="4315969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Условия сделки: аренда + процент оборота, квоты бесплатных часов жителям</a:t>
            </a:r>
            <a:endParaRPr lang="en-US" sz="950"/>
          </a:p>
        </p:txBody>
      </p:sp>
      <p:sp>
        <p:nvSpPr>
          <p:cNvPr id="35" name="Text 33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27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37" name="Image 0" descr="assets/big-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46431F-0372-B9D5-2DD3-648DE0950B25}"/>
              </a:ext>
            </a:extLst>
          </p:cNvPr>
          <p:cNvSpPr txBox="1"/>
          <p:nvPr/>
        </p:nvSpPr>
        <p:spPr>
          <a:xfrm>
            <a:off x="2293516" y="2721114"/>
            <a:ext cx="76049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b="1">
                <a:latin typeface="Gotham" pitchFamily="2" charset="0"/>
                <a:cs typeface="Gotham" pitchFamily="2" charset="0"/>
              </a:rPr>
              <a:t>Мировые лучшие практики</a:t>
            </a:r>
            <a:endParaRPr lang="en-KZ" sz="4000" b="1">
              <a:latin typeface="Gotham" pitchFamily="2" charset="0"/>
              <a:cs typeface="Gotha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798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МИРОВОЙ ОПЫТ 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ru-RU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7 моделей управления</a:t>
            </a:r>
            <a:endParaRPr lang="en-US" sz="33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738077"/>
              </p:ext>
            </p:extLst>
          </p:nvPr>
        </p:nvGraphicFramePr>
        <p:xfrm>
          <a:off x="640080" y="1920240"/>
          <a:ext cx="10908792" cy="3877056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Модель</a:t>
                      </a:r>
                      <a:endParaRPr lang="en-US" sz="10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Кто управляет</a:t>
                      </a:r>
                      <a:endParaRPr lang="en-US" sz="10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Откуда деньги</a:t>
                      </a:r>
                      <a:endParaRPr lang="en-US" sz="10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Что берём в пилот</a:t>
                      </a:r>
                      <a:endParaRPr lang="en-US" sz="105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1 · </a:t>
                      </a:r>
                      <a:r>
                        <a:rPr lang="en-US" sz="1000" b="1" err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Муниципальный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Город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Бюджет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Подотчётно, но событий мало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2 · Conservancy (</a:t>
                      </a:r>
                      <a:r>
                        <a:rPr lang="en-US" sz="1000" b="1" err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Центральный</a:t>
                      </a: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 </a:t>
                      </a:r>
                      <a:r>
                        <a:rPr lang="en-US" sz="1000" b="1" err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парк</a:t>
                      </a:r>
                      <a:r>
                        <a:rPr lang="ru-RU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, </a:t>
                      </a: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NY)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НКО по договору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Филантропия, эндаумент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Договор с измеримым стандартом сервиса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3 · BID (Брайант-парк)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НКО на сборе с собственников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Обязательный сбор, аренда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Самоокупаемость через плотную коммерцию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4 · Park-PFI (Япония)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Частный оператор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Доход коммерции в парке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000" b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Коммерция</a:t>
                      </a:r>
                      <a:r>
                        <a:rPr lang="en-US" sz="1000" b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 в </a:t>
                      </a:r>
                      <a:r>
                        <a:rPr lang="en-US" sz="1000" b="1" err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парке</a:t>
                      </a:r>
                      <a:r>
                        <a:rPr lang="en-US" sz="1000" b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 </a:t>
                      </a:r>
                      <a:r>
                        <a:rPr lang="ru-RU" sz="1000" b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финансирует содержание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5 · Friends of (Сингапур, UK)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Город и жители вместе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Бюджет, волонтёры, гранты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Жители </a:t>
                      </a:r>
                      <a:r>
                        <a:rPr lang="en-US" sz="1000" b="1" err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берут</a:t>
                      </a:r>
                      <a:r>
                        <a:rPr lang="en-US" sz="1000" b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 </a:t>
                      </a:r>
                      <a:r>
                        <a:rPr lang="ru-RU" sz="1000" b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частично </a:t>
                      </a:r>
                      <a:r>
                        <a:rPr lang="en-US" sz="1000" b="1" err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заботу</a:t>
                      </a:r>
                      <a:r>
                        <a:rPr lang="en-US" sz="1000" b="1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 на себя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6 · Right to Challenge (NL)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Жители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Переданный бюджет функции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Маршрут передачи функций жителям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1B2A6E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7 · Девелоперская (master assoc.)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УК и ассоциация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Взносы, сервисный сбор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A5468"/>
                          </a:solidFill>
                          <a:latin typeface="Gotham" pitchFamily="34" charset="0"/>
                          <a:ea typeface="Gotham" pitchFamily="34" charset="-122"/>
                          <a:cs typeface="Gotham" pitchFamily="34" charset="-120"/>
                        </a:rPr>
                        <a:t>Наша рамка: запускаем, растим, передаём</a:t>
                      </a:r>
                      <a:endParaRPr lang="en-US" sz="1000">
                        <a:latin typeface="Gotham" charset="0"/>
                        <a:ea typeface="Gotham" charset="0"/>
                        <a:cs typeface="Gotham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3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4</a:t>
            </a:r>
            <a:endParaRPr lang="en-US" sz="1000"/>
          </a:p>
        </p:txBody>
      </p:sp>
      <p:sp>
        <p:nvSpPr>
          <p:cNvPr id="7" name="Text 4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8" name="Image 0" descr="assets/big-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МИРОВОЙ ОПЫТ · МОДЕЛЬ 2 ИЗ 7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en-US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Центральный парк: город владеет, фонд управляет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Некоммерческий фонд ведёт парк по договору с городом. Земля остаётся городской, финальное слово за комиссаром по паркам, а в договоре прописан измеримый уровень сервиса.</a:t>
            </a:r>
            <a:endParaRPr lang="en-US" sz="115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980B9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~85 %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1965960" y="2834640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операционного бюджета парка приносит фонд: филантропия и эндаумент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640080" y="3401568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980B9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Город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1965960" y="3401568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сохраняет собственность </a:t>
            </a:r>
            <a:r>
              <a:rPr lang="en-US" sz="105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</a:t>
            </a: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105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власть</a:t>
            </a: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, поэтому обвинения в </a:t>
            </a:r>
            <a:r>
              <a:rPr lang="en-US" sz="105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приватизации</a:t>
            </a: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ru-RU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не актуальны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640080" y="3968496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980B9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Договор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965960" y="3968496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фиксирует стандарты </a:t>
            </a:r>
            <a:r>
              <a:rPr lang="en-US" sz="105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сервиса</a:t>
            </a: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105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цифрами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6537960" y="1828800"/>
            <a:ext cx="5010912" cy="2606040"/>
          </a:xfrm>
          <a:prstGeom prst="roundRect">
            <a:avLst>
              <a:gd name="adj" fmla="val 4211"/>
            </a:avLst>
          </a:prstGeom>
          <a:solidFill>
            <a:srgbClr val="EDF1F8"/>
          </a:solidFill>
          <a:ln w="12700">
            <a:solidFill>
              <a:srgbClr val="8A93A6"/>
            </a:solidFill>
            <a:prstDash val="dash"/>
          </a:ln>
        </p:spPr>
        <p:txBody>
          <a:bodyPr/>
          <a:lstStyle/>
          <a:p>
            <a:endParaRPr lang="en-KZ"/>
          </a:p>
        </p:txBody>
      </p:sp>
      <p:sp>
        <p:nvSpPr>
          <p:cNvPr id="14" name="Text 12"/>
          <p:cNvSpPr/>
          <p:nvPr/>
        </p:nvSpPr>
        <p:spPr>
          <a:xfrm>
            <a:off x="6766560" y="2930652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i="1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Фото · Центральный парк: газон Sheep Meadow, вид на Манхэттен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6537960" y="4572000"/>
            <a:ext cx="5010912" cy="1298448"/>
          </a:xfrm>
          <a:prstGeom prst="roundRect">
            <a:avLst>
              <a:gd name="adj" fmla="val 8451"/>
            </a:avLst>
          </a:prstGeom>
          <a:solidFill>
            <a:srgbClr val="EDF1F8"/>
          </a:solidFill>
          <a:ln w="12700">
            <a:solidFill>
              <a:srgbClr val="8A93A6"/>
            </a:solidFill>
            <a:prstDash val="dash"/>
          </a:ln>
        </p:spPr>
        <p:txBody>
          <a:bodyPr/>
          <a:lstStyle/>
          <a:p>
            <a:endParaRPr lang="en-KZ"/>
          </a:p>
        </p:txBody>
      </p:sp>
      <p:sp>
        <p:nvSpPr>
          <p:cNvPr id="16" name="Text 14"/>
          <p:cNvSpPr/>
          <p:nvPr/>
        </p:nvSpPr>
        <p:spPr>
          <a:xfrm>
            <a:off x="6766560" y="5020056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i="1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Фото · волонтёры Conservancy за уходом за парком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19" name="Image 0" descr="assets/big-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  <p:pic>
        <p:nvPicPr>
          <p:cNvPr id="20" name="Picture 19" descr="Sheep Meadow in Central Park, Manhattan, New York City Editorial Image -  Image of space, sheep: 107316440">
            <a:extLst>
              <a:ext uri="{FF2B5EF4-FFF2-40B4-BE49-F238E27FC236}">
                <a16:creationId xmlns:a16="http://schemas.microsoft.com/office/drawing/2014/main" id="{2E256CD0-B830-3142-C0C8-A31523244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482288"/>
            <a:ext cx="5010912" cy="3344784"/>
          </a:xfrm>
          <a:prstGeom prst="rect">
            <a:avLst/>
          </a:prstGeom>
        </p:spPr>
      </p:pic>
      <p:pic>
        <p:nvPicPr>
          <p:cNvPr id="21" name="Picture 20" descr="Central Park Conservancy - YouTube">
            <a:extLst>
              <a:ext uri="{FF2B5EF4-FFF2-40B4-BE49-F238E27FC236}">
                <a16:creationId xmlns:a16="http://schemas.microsoft.com/office/drawing/2014/main" id="{FE02F2D3-7CB3-742E-5132-8263B034D3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301" t="33644" r="475" b="31689"/>
          <a:stretch>
            <a:fillRect/>
          </a:stretch>
        </p:blipFill>
        <p:spPr>
          <a:xfrm>
            <a:off x="6537960" y="4888216"/>
            <a:ext cx="5010912" cy="17228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МИРОВОЙ ОПЫТ · МОДЕЛЬ 4 ИЗ 7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en-US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Япония: </a:t>
            </a:r>
            <a:r>
              <a:rPr lang="ru-RU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финансирование за счет коммерции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 2017 года японский город выбирает оператора парка на конкурсе. Оператор ставит кафе и магазины, а прибылью содержит всё некоммерческое: дорожки, площади, зелень.</a:t>
            </a:r>
            <a:endParaRPr lang="en-US" sz="1150"/>
          </a:p>
        </p:txBody>
      </p:sp>
      <p:sp>
        <p:nvSpPr>
          <p:cNvPr id="5" name="Text 3"/>
          <p:cNvSpPr/>
          <p:nvPr/>
        </p:nvSpPr>
        <p:spPr>
          <a:xfrm>
            <a:off x="640080" y="294436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67E22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45 парков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2103120" y="294436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 анализе применения. Бюджету легче, локальная экономика оживает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640080" y="351129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67E22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 тренда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2103120" y="3511296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подтверждены исследованиями. Главная беда: коммерция вытесняет активности сообществ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67E22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Наш ГЧП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2103120" y="4078224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Sphere Park (BTO): та же логика обмена, переложенная на законодательство РК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640080" y="4681728"/>
            <a:ext cx="5577840" cy="1188720"/>
          </a:xfrm>
          <a:prstGeom prst="roundRect">
            <a:avLst>
              <a:gd name="adj" fmla="val 6923"/>
            </a:avLst>
          </a:prstGeom>
          <a:solidFill>
            <a:srgbClr val="FDF0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/>
          <p:nvPr/>
        </p:nvSpPr>
        <p:spPr>
          <a:xfrm>
            <a:off x="822960" y="4681728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ru-RU" sz="1100">
                <a:solidFill>
                  <a:srgbClr val="8A542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</a:t>
            </a:r>
            <a:r>
              <a:rPr lang="en-US" sz="1100" err="1">
                <a:solidFill>
                  <a:srgbClr val="8A542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лавный</a:t>
            </a:r>
            <a:r>
              <a:rPr lang="en-US" sz="1100">
                <a:solidFill>
                  <a:srgbClr val="8A542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урок: в каждый договор с оператором вписываем квоту бесплатных часов для жителей.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035040" y="6459021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i="1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Miyashita Park в Токио, парк-платформа с коммерцией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6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19" name="Image 0" descr="assets/big-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  <p:pic>
        <p:nvPicPr>
          <p:cNvPr id="20" name="Picture 19" descr="Miyashita Park | Shopping in Shibuya, Tokyo">
            <a:extLst>
              <a:ext uri="{FF2B5EF4-FFF2-40B4-BE49-F238E27FC236}">
                <a16:creationId xmlns:a16="http://schemas.microsoft.com/office/drawing/2014/main" id="{ABC32E79-6C76-4AA1-3B3D-09A08C76B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256" y="1499616"/>
            <a:ext cx="4206240" cy="23523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38FA6A0-47CC-1F08-4AD0-9D2033154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336" y="3657600"/>
            <a:ext cx="4206240" cy="28014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ommunity in Bloom | At the Bayfront Plaza, Gardens by the B… | Flickr">
            <a:extLst>
              <a:ext uri="{FF2B5EF4-FFF2-40B4-BE49-F238E27FC236}">
                <a16:creationId xmlns:a16="http://schemas.microsoft.com/office/drawing/2014/main" id="{169113E8-039E-AB61-F8F4-B7D5EC69D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727" y="1497264"/>
            <a:ext cx="3974916" cy="265123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МИРОВОЙ ОПЫТ · МОДЕЛЬ 5 ИЗ 7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en-US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Сингапур: жители сами ухаживают за парками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Государство помогает жителям </a:t>
            </a:r>
            <a:r>
              <a:rPr lang="en-US" sz="115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делом</a:t>
            </a:r>
            <a:r>
              <a:rPr lang="en-US" sz="11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: методички, обучение, конкурсы, статус амбассадора, площадки обмена опытом. Взамен жители берут часть заботы о территории на себя.</a:t>
            </a:r>
            <a:endParaRPr lang="en-US" sz="115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2 000+</a:t>
            </a:r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2103120" y="2834640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садоводческих групп в программе Community in Bloom (NParks, с 2005 года)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640080" y="340156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48 000+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2103120" y="340156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участников всех возрастов; амбассадоры, конкурсы, методическая поддержка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640080" y="396849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27AE60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Урок Nesta</a:t>
            </a:r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2103120" y="3968496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волонтёрским группам нужны обучение </a:t>
            </a:r>
            <a:r>
              <a:rPr lang="en-US" sz="105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</a:t>
            </a: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105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координатор</a:t>
            </a: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7109460" y="6077494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i="1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Фото · общественный сад Community in Bloom, Сингапур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7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19" name="Image 0" descr="assets/big-life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  <p:pic>
        <p:nvPicPr>
          <p:cNvPr id="20" name="Picture 19" descr="Community in Bloom | GardeningSG">
            <a:extLst>
              <a:ext uri="{FF2B5EF4-FFF2-40B4-BE49-F238E27FC236}">
                <a16:creationId xmlns:a16="http://schemas.microsoft.com/office/drawing/2014/main" id="{5777AA83-72B9-C863-8A60-739CE10DE9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8892" y="3248911"/>
            <a:ext cx="3764280" cy="28227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МИРОВОЙ ОПЫТ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en-US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Парк Горького: с 3,7 до 8 млн гостей за год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 2011 году парк убрал платный вход, задал жёсткий стандарт чистоты, включил Wi-Fi и забил расписание событиями. Управление гибридное: город контролирует, частные спонсоры вкладываются в инфраструктуру.</a:t>
            </a:r>
            <a:endParaRPr lang="en-US" sz="1150"/>
          </a:p>
        </p:txBody>
      </p:sp>
      <p:sp>
        <p:nvSpPr>
          <p:cNvPr id="5" name="Text 3"/>
          <p:cNvSpPr/>
          <p:nvPr/>
        </p:nvSpPr>
        <p:spPr>
          <a:xfrm>
            <a:off x="640080" y="294436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74C3C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 + 3 млн</a:t>
            </a:r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2194560" y="294436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посетителей за первое лето и первую зиму после перезапуска. Для сравнения: за весь 2010 год продали 3,7 млн билетов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640080" y="351129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74C3C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100 тыс.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2194560" y="351129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человек в парке в пиковые выходные и праздники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74C3C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Каток</a:t>
            </a:r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2194560" y="407822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сделал из мёртвого сезона второй пик посещаемости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640080" y="4681728"/>
            <a:ext cx="5577840" cy="1188720"/>
          </a:xfrm>
          <a:prstGeom prst="roundRect">
            <a:avLst>
              <a:gd name="adj" fmla="val 6923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/>
          <p:nvPr/>
        </p:nvSpPr>
        <p:spPr>
          <a:xfrm>
            <a:off x="822960" y="4681728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ru-RU" sz="11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Урок</a:t>
            </a:r>
            <a:r>
              <a:rPr lang="en-US" sz="11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: </a:t>
            </a:r>
            <a:r>
              <a:rPr lang="en-US" sz="11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убрать</a:t>
            </a:r>
            <a:r>
              <a:rPr lang="en-US" sz="11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барьеры, задать стандарт, насытить расписанием. А каток Горького: прямой прототип </a:t>
            </a:r>
            <a:r>
              <a:rPr lang="en-US" sz="11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зимней</a:t>
            </a:r>
            <a:r>
              <a:rPr lang="en-US" sz="11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11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активации</a:t>
            </a:r>
            <a:r>
              <a:rPr lang="en-US" sz="11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.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766560" y="2930652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i="1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Фото · 	: главная аллея летом, событийная программа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6723583" y="6135624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i="1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Фото · каток Парка Горького, зимний якорь трафика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8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19" name="Image 0" descr="assets/big-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  <p:pic>
        <p:nvPicPr>
          <p:cNvPr id="20" name="Picture 19" descr="Каток в Парке Горького 2024-2025">
            <a:extLst>
              <a:ext uri="{FF2B5EF4-FFF2-40B4-BE49-F238E27FC236}">
                <a16:creationId xmlns:a16="http://schemas.microsoft.com/office/drawing/2014/main" id="{C22D0B44-0610-4837-C994-F3671DEE6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5" y="1877415"/>
            <a:ext cx="5212081" cy="34689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МЕТОД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en-US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11 принципов и Power of 10+</a:t>
            </a:r>
            <a:endParaRPr lang="en-US" sz="330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98932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5" name="Text 3"/>
          <p:cNvSpPr/>
          <p:nvPr/>
        </p:nvSpPr>
        <p:spPr>
          <a:xfrm>
            <a:off x="932688" y="20665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11 ПРИНЦИПОВ СОЗДАНИЯ МЕСТ · PROJECT FOR PUBLIC SPACES</a:t>
            </a:r>
            <a:endParaRPr lang="en-US" sz="950"/>
          </a:p>
        </p:txBody>
      </p:sp>
      <p:sp>
        <p:nvSpPr>
          <p:cNvPr id="6" name="Shape 4"/>
          <p:cNvSpPr/>
          <p:nvPr/>
        </p:nvSpPr>
        <p:spPr>
          <a:xfrm>
            <a:off x="932688" y="2560320"/>
            <a:ext cx="310896" cy="310896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7" name="Text 5"/>
          <p:cNvSpPr/>
          <p:nvPr/>
        </p:nvSpPr>
        <p:spPr>
          <a:xfrm>
            <a:off x="93268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353312" y="24871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Сообщество — эксперт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932688" y="3081528"/>
            <a:ext cx="310896" cy="310896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0" name="Text 8"/>
          <p:cNvSpPr/>
          <p:nvPr/>
        </p:nvSpPr>
        <p:spPr>
          <a:xfrm>
            <a:off x="932688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2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353312" y="30083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Создавайте место, а не дизайн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932688" y="3602736"/>
            <a:ext cx="310896" cy="310896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3" name="Text 11"/>
          <p:cNvSpPr/>
          <p:nvPr/>
        </p:nvSpPr>
        <p:spPr>
          <a:xfrm>
            <a:off x="932688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3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1353312" y="35295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 одиночку не получится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932688" y="4123944"/>
            <a:ext cx="310896" cy="310896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6" name="Text 14"/>
          <p:cNvSpPr/>
          <p:nvPr/>
        </p:nvSpPr>
        <p:spPr>
          <a:xfrm>
            <a:off x="932688" y="4123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4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353312" y="40507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Многое видно из наблюдения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932688" y="4645152"/>
            <a:ext cx="310896" cy="310896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9" name="Text 17"/>
          <p:cNvSpPr/>
          <p:nvPr/>
        </p:nvSpPr>
        <p:spPr>
          <a:xfrm>
            <a:off x="932688" y="4645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1353312" y="45720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Имейте видение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932688" y="5166360"/>
            <a:ext cx="310896" cy="310896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2" name="Text 20"/>
          <p:cNvSpPr/>
          <p:nvPr/>
        </p:nvSpPr>
        <p:spPr>
          <a:xfrm>
            <a:off x="932688" y="5166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6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1353312" y="50932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ru-RU" sz="105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Начинать с того, что уже есть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3785616" y="2560320"/>
            <a:ext cx="310896" cy="310896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5" name="Text 23"/>
          <p:cNvSpPr/>
          <p:nvPr/>
        </p:nvSpPr>
        <p:spPr>
          <a:xfrm>
            <a:off x="3785616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7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4206240" y="24871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ru-RU" sz="1050">
                <a:solidFill>
                  <a:srgbClr val="14213D"/>
                </a:solidFill>
                <a:latin typeface="Gotham" pitchFamily="34" charset="0"/>
                <a:cs typeface="Gotham" pitchFamily="34" charset="-120"/>
              </a:rPr>
              <a:t>Уличное искусство и артисты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3785616" y="3081528"/>
            <a:ext cx="310896" cy="310896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8" name="Text 26"/>
          <p:cNvSpPr/>
          <p:nvPr/>
        </p:nvSpPr>
        <p:spPr>
          <a:xfrm>
            <a:off x="3785616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8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4206240" y="30083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«Это невозможно» не аргумент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3785616" y="3602736"/>
            <a:ext cx="310896" cy="310896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1" name="Text 29"/>
          <p:cNvSpPr/>
          <p:nvPr/>
        </p:nvSpPr>
        <p:spPr>
          <a:xfrm>
            <a:off x="3785616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9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4206240" y="35295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Форма следует за функцией</a:t>
            </a:r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3785616" y="4123944"/>
            <a:ext cx="310896" cy="310896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4" name="Text 32"/>
          <p:cNvSpPr/>
          <p:nvPr/>
        </p:nvSpPr>
        <p:spPr>
          <a:xfrm>
            <a:off x="3785616" y="4123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10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4206240" y="40507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Деньги не главная проблема</a:t>
            </a:r>
            <a:endParaRPr lang="en-US" sz="1050"/>
          </a:p>
        </p:txBody>
      </p:sp>
      <p:sp>
        <p:nvSpPr>
          <p:cNvPr id="36" name="Shape 34"/>
          <p:cNvSpPr/>
          <p:nvPr/>
        </p:nvSpPr>
        <p:spPr>
          <a:xfrm>
            <a:off x="3785616" y="4645152"/>
            <a:ext cx="310896" cy="310896"/>
          </a:xfrm>
          <a:prstGeom prst="ellipse">
            <a:avLst/>
          </a:prstGeom>
          <a:solidFill>
            <a:srgbClr val="2839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7" name="Text 35"/>
          <p:cNvSpPr/>
          <p:nvPr/>
        </p:nvSpPr>
        <p:spPr>
          <a:xfrm>
            <a:off x="3785616" y="4645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11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4206240" y="45720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4213D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Работа никогда не закончена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932688" y="557784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6912864" y="1828800"/>
            <a:ext cx="4638751" cy="2331720"/>
          </a:xfrm>
          <a:prstGeom prst="roundRect">
            <a:avLst>
              <a:gd name="adj" fmla="val 5490"/>
            </a:avLst>
          </a:prstGeom>
          <a:solidFill>
            <a:srgbClr val="1B2A6E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41" name="Text 39"/>
          <p:cNvSpPr/>
          <p:nvPr/>
        </p:nvSpPr>
        <p:spPr>
          <a:xfrm>
            <a:off x="7205472" y="2057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6FCBF1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POWER OF 10+</a:t>
            </a:r>
            <a:endParaRPr lang="en-US" sz="950"/>
          </a:p>
        </p:txBody>
      </p:sp>
      <p:sp>
        <p:nvSpPr>
          <p:cNvPr id="42" name="Text 40"/>
          <p:cNvSpPr/>
          <p:nvPr/>
        </p:nvSpPr>
        <p:spPr>
          <a:xfrm>
            <a:off x="7205472" y="2359152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У места должно быть не меньше десяти причин прийти</a:t>
            </a:r>
            <a:endParaRPr lang="en-US" sz="1600"/>
          </a:p>
        </p:txBody>
      </p:sp>
      <p:sp>
        <p:nvSpPr>
          <p:cNvPr id="43" name="Text 41"/>
          <p:cNvSpPr/>
          <p:nvPr/>
        </p:nvSpPr>
        <p:spPr>
          <a:xfrm>
            <a:off x="7205472" y="30358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>
                <a:solidFill>
                  <a:srgbClr val="C6CEE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Где сесть, где играть, что потрогать, что послушать, что съесть, что узнать, кого встретить. И ещё три причины вашего двора.</a:t>
            </a:r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7205472" y="37490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FB0D4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Считается и выше: 10 причин в месте, 10 мест в районе.</a:t>
            </a:r>
            <a:endParaRPr lang="en-US" sz="950"/>
          </a:p>
        </p:txBody>
      </p:sp>
      <p:sp>
        <p:nvSpPr>
          <p:cNvPr id="45" name="Shape 43"/>
          <p:cNvSpPr/>
          <p:nvPr/>
        </p:nvSpPr>
        <p:spPr>
          <a:xfrm>
            <a:off x="6912864" y="4315968"/>
            <a:ext cx="4638751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46" name="Text 44"/>
          <p:cNvSpPr/>
          <p:nvPr/>
        </p:nvSpPr>
        <p:spPr>
          <a:xfrm>
            <a:off x="7205472" y="4526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ПРИМЕНЕНИЕ В ПИЛОТЕ</a:t>
            </a:r>
            <a:endParaRPr lang="en-US" sz="950"/>
          </a:p>
        </p:txBody>
      </p:sp>
      <p:sp>
        <p:nvSpPr>
          <p:cNvPr id="47" name="Text 45"/>
          <p:cNvSpPr/>
          <p:nvPr/>
        </p:nvSpPr>
        <p:spPr>
          <a:xfrm>
            <a:off x="7205472" y="4828032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Power of 10 идёт в техзадание каждого объекта. Не «зона отдыха», а десять проверяемых причин прийти. Аудит по чек-листу дважды в год, вместе с замерами трафика.</a:t>
            </a:r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9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50" name="Image 0" descr="assets/big-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60">
                <a:solidFill>
                  <a:srgbClr val="009FE3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ИНСТРУМЕНТАРИЙ</a:t>
            </a:r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29"/>
              </a:lnSpc>
              <a:buNone/>
            </a:pPr>
            <a:r>
              <a:rPr lang="ru-RU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Лучшие практики </a:t>
            </a:r>
            <a:r>
              <a:rPr lang="en-US" sz="33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Community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640079" y="141732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Программу </a:t>
            </a:r>
            <a:r>
              <a:rPr lang="en-US" sz="14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объекта</a:t>
            </a:r>
            <a:r>
              <a:rPr lang="en-US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14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собираем</a:t>
            </a:r>
            <a:r>
              <a:rPr lang="en-US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14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из</a:t>
            </a:r>
            <a:r>
              <a:rPr lang="en-US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140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каталога</a:t>
            </a:r>
            <a:r>
              <a:rPr lang="en-US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ru-RU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сезонных механик </a:t>
            </a:r>
            <a:r>
              <a:rPr lang="en-US" sz="140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Community.</a:t>
            </a:r>
          </a:p>
        </p:txBody>
      </p:sp>
      <p:sp>
        <p:nvSpPr>
          <p:cNvPr id="5" name="Shape 3"/>
          <p:cNvSpPr/>
          <p:nvPr/>
        </p:nvSpPr>
        <p:spPr>
          <a:xfrm>
            <a:off x="640080" y="2487168"/>
            <a:ext cx="2578608" cy="1591056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6" name="Shape 4"/>
          <p:cNvSpPr/>
          <p:nvPr/>
        </p:nvSpPr>
        <p:spPr>
          <a:xfrm>
            <a:off x="896112" y="2706624"/>
            <a:ext cx="402336" cy="402336"/>
          </a:xfrm>
          <a:prstGeom prst="ellipse">
            <a:avLst/>
          </a:prstGeom>
          <a:solidFill>
            <a:srgbClr val="009F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7" name="Text 5"/>
          <p:cNvSpPr/>
          <p:nvPr/>
        </p:nvSpPr>
        <p:spPr>
          <a:xfrm>
            <a:off x="896112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A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408176" y="270662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4 механик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896112" y="3218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Вход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96112" y="349300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Первое касание: соседский обед, welcome-</a:t>
            </a:r>
            <a:r>
              <a:rPr lang="en-US" sz="95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пакет</a:t>
            </a:r>
            <a:r>
              <a:rPr lang="ru-RU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, распродажи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3410712" y="2487168"/>
            <a:ext cx="2578608" cy="1591056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12" name="Shape 10"/>
          <p:cNvSpPr/>
          <p:nvPr/>
        </p:nvSpPr>
        <p:spPr>
          <a:xfrm>
            <a:off x="3666744" y="2706624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3" name="Text 11"/>
          <p:cNvSpPr/>
          <p:nvPr/>
        </p:nvSpPr>
        <p:spPr>
          <a:xfrm>
            <a:off x="3666744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4178808" y="270662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 механик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3666744" y="3218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Ритм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3666744" y="349300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Еженедельные форматы: </a:t>
            </a:r>
            <a:r>
              <a:rPr lang="en-US" sz="95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забег</a:t>
            </a: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, </a:t>
            </a:r>
            <a:r>
              <a:rPr lang="ru-RU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благотворительные сборы,</a:t>
            </a: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 </a:t>
            </a:r>
            <a:r>
              <a:rPr lang="en-US" sz="95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ярмарка</a:t>
            </a:r>
            <a:r>
              <a:rPr lang="ru-RU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, активности с бизнесом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6181344" y="2487168"/>
            <a:ext cx="2578608" cy="1591056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18" name="Shape 16"/>
          <p:cNvSpPr/>
          <p:nvPr/>
        </p:nvSpPr>
        <p:spPr>
          <a:xfrm>
            <a:off x="6437376" y="2706624"/>
            <a:ext cx="402336" cy="40233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9" name="Text 17"/>
          <p:cNvSpPr/>
          <p:nvPr/>
        </p:nvSpPr>
        <p:spPr>
          <a:xfrm>
            <a:off x="6437376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C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6949440" y="270662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 механик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6437376" y="3218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Люди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6437376" y="349300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Амбассадоры, лестница вовлечения, </a:t>
            </a:r>
            <a:r>
              <a:rPr lang="ru-RU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площадка для </a:t>
            </a:r>
            <a:r>
              <a:rPr lang="ru-RU" sz="95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Амбасаддоров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640080" y="4242816"/>
            <a:ext cx="2578608" cy="1591056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24" name="Shape 22"/>
          <p:cNvSpPr/>
          <p:nvPr/>
        </p:nvSpPr>
        <p:spPr>
          <a:xfrm>
            <a:off x="862279" y="4434840"/>
            <a:ext cx="402336" cy="40233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5" name="Text 23"/>
          <p:cNvSpPr/>
          <p:nvPr/>
        </p:nvSpPr>
        <p:spPr>
          <a:xfrm>
            <a:off x="862279" y="4425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D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1408176" y="44622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 механик</a:t>
            </a: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896112" y="49743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Ресурсы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896112" y="524865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ru-RU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Тренировки, турниры, партнерские активности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3410712" y="4242816"/>
            <a:ext cx="2578608" cy="1591056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30" name="Shape 28"/>
          <p:cNvSpPr/>
          <p:nvPr/>
        </p:nvSpPr>
        <p:spPr>
          <a:xfrm>
            <a:off x="3666744" y="4462272"/>
            <a:ext cx="402336" cy="40233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1" name="Text 29"/>
          <p:cNvSpPr/>
          <p:nvPr/>
        </p:nvSpPr>
        <p:spPr>
          <a:xfrm>
            <a:off x="3666744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E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4178808" y="44622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 механик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3666744" y="49743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Пространство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3666744" y="524865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Переносная мебель, </a:t>
            </a:r>
            <a:r>
              <a:rPr lang="ru-RU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кинопросмотры, световые решения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6181344" y="4242816"/>
            <a:ext cx="2578608" cy="1591056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  <a:effectLst>
            <a:outerShdw blurRad="127000" dist="572" dir="5400000" algn="bl" rotWithShape="0">
              <a:srgbClr val="101A45">
                <a:alpha val="7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36" name="Shape 34"/>
          <p:cNvSpPr/>
          <p:nvPr/>
        </p:nvSpPr>
        <p:spPr>
          <a:xfrm>
            <a:off x="6437376" y="4462272"/>
            <a:ext cx="402336" cy="40233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7" name="Text 35"/>
          <p:cNvSpPr/>
          <p:nvPr/>
        </p:nvSpPr>
        <p:spPr>
          <a:xfrm>
            <a:off x="6437376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F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6949440" y="44622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5 механик</a:t>
            </a:r>
            <a:endParaRPr lang="en-US" sz="950"/>
          </a:p>
        </p:txBody>
      </p:sp>
      <p:sp>
        <p:nvSpPr>
          <p:cNvPr id="39" name="Text 37"/>
          <p:cNvSpPr/>
          <p:nvPr/>
        </p:nvSpPr>
        <p:spPr>
          <a:xfrm>
            <a:off x="6437376" y="49743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2A6E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Партнёрства</a:t>
            </a:r>
            <a:endParaRPr lang="en-US" sz="1400"/>
          </a:p>
        </p:txBody>
      </p:sp>
      <p:sp>
        <p:nvSpPr>
          <p:cNvPr id="40" name="Text 38"/>
          <p:cNvSpPr/>
          <p:nvPr/>
        </p:nvSpPr>
        <p:spPr>
          <a:xfrm>
            <a:off x="6437376" y="524865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ru-RU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Клиники</a:t>
            </a: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, </a:t>
            </a:r>
            <a:r>
              <a:rPr lang="ru-RU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частные школы </a:t>
            </a:r>
            <a:r>
              <a:rPr lang="en-US" sz="950" err="1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школы</a:t>
            </a:r>
            <a:r>
              <a:rPr lang="en-US" sz="950">
                <a:solidFill>
                  <a:srgbClr val="4A5468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, микробизнес, город</a:t>
            </a:r>
            <a:endParaRPr lang="en-US" sz="950"/>
          </a:p>
        </p:txBody>
      </p:sp>
      <p:sp>
        <p:nvSpPr>
          <p:cNvPr id="49" name="Text 47"/>
          <p:cNvSpPr/>
          <p:nvPr/>
        </p:nvSpPr>
        <p:spPr>
          <a:xfrm>
            <a:off x="9208008" y="508406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950"/>
          </a:p>
        </p:txBody>
      </p:sp>
      <p:sp>
        <p:nvSpPr>
          <p:cNvPr id="50" name="Text 48"/>
          <p:cNvSpPr/>
          <p:nvPr/>
        </p:nvSpPr>
        <p:spPr>
          <a:xfrm>
            <a:off x="11002975" y="6336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11</a:t>
            </a:r>
            <a:endParaRPr lang="en-US" sz="1000"/>
          </a:p>
        </p:txBody>
      </p:sp>
      <p:sp>
        <p:nvSpPr>
          <p:cNvPr id="51" name="Text 49"/>
          <p:cNvSpPr/>
          <p:nvPr/>
        </p:nvSpPr>
        <p:spPr>
          <a:xfrm>
            <a:off x="640080" y="6336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3A6"/>
                </a:solidFill>
                <a:latin typeface="Gotham" pitchFamily="34" charset="0"/>
                <a:ea typeface="Gotham" pitchFamily="34" charset="-122"/>
                <a:cs typeface="Gotham" pitchFamily="34" charset="-120"/>
              </a:rPr>
              <a:t>BI Service · Пилот «Парки и аллеи» · 2026</a:t>
            </a:r>
            <a:endParaRPr lang="en-US" sz="950"/>
          </a:p>
        </p:txBody>
      </p:sp>
      <p:pic>
        <p:nvPicPr>
          <p:cNvPr id="52" name="Image 0" descr="assets/big-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384048"/>
            <a:ext cx="868680" cy="320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Пилот: парки и аллеи BI</dc:title>
  <dc:subject>PptxGenJS Presentation</dc:subject>
  <dc:creator>BI Service</dc:creator>
  <cp:revision>1</cp:revision>
  <dcterms:created xsi:type="dcterms:W3CDTF">2026-08-13T09:54:10Z</dcterms:created>
  <dcterms:modified xsi:type="dcterms:W3CDTF">2026-08-25T04:12:08Z</dcterms:modified>
</cp:coreProperties>
</file>